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3"/>
  </p:notesMasterIdLst>
  <p:sldIdLst>
    <p:sldId id="256" r:id="rId5"/>
    <p:sldId id="257" r:id="rId6"/>
    <p:sldId id="258" r:id="rId7"/>
    <p:sldId id="259" r:id="rId8"/>
    <p:sldId id="275" r:id="rId9"/>
    <p:sldId id="276" r:id="rId10"/>
    <p:sldId id="262" r:id="rId11"/>
    <p:sldId id="263" r:id="rId12"/>
    <p:sldId id="264" r:id="rId13"/>
    <p:sldId id="267" r:id="rId14"/>
    <p:sldId id="268" r:id="rId15"/>
    <p:sldId id="269" r:id="rId16"/>
    <p:sldId id="277" r:id="rId17"/>
    <p:sldId id="278" r:id="rId18"/>
    <p:sldId id="279" r:id="rId19"/>
    <p:sldId id="280" r:id="rId20"/>
    <p:sldId id="272" r:id="rId21"/>
    <p:sldId id="27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D45EA7-DD26-66BF-8B57-47C4F43B5408}" v="1196" dt="2026-07-24T06:56:32.622"/>
    <p1510:client id="{1098A609-5C1C-BDE4-C5B3-F1CDC7A1D1D6}" v="263" dt="2026-07-22T16:18:19.709"/>
    <p1510:client id="{5EFA308E-87C7-030A-2D85-7C2F74D22215}" v="19" dt="2026-07-24T08:32:50.330"/>
    <p1510:client id="{D1C2D0A2-429E-919A-5AF3-F50D855838D7}" v="6" dt="2026-07-22T19:19:57.765"/>
    <p1510:client id="{F654FBE2-E55C-3D79-49FA-0BFE79715722}" v="1" dt="2026-07-22T15:43:26.4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 YICHEN" userId="S::2501401j@student.tp.edu.sg::86726e88-a764-44db-ad75-e6d8591a6c98" providerId="AD" clId="Web-{F654FBE2-E55C-3D79-49FA-0BFE79715722}"/>
    <pc:docChg chg="modSld">
      <pc:chgData name="LI YICHEN" userId="S::2501401j@student.tp.edu.sg::86726e88-a764-44db-ad75-e6d8591a6c98" providerId="AD" clId="Web-{F654FBE2-E55C-3D79-49FA-0BFE79715722}" dt="2026-07-22T15:43:26.425" v="0" actId="1076"/>
      <pc:docMkLst>
        <pc:docMk/>
      </pc:docMkLst>
      <pc:sldChg chg="modSp">
        <pc:chgData name="LI YICHEN" userId="S::2501401j@student.tp.edu.sg::86726e88-a764-44db-ad75-e6d8591a6c98" providerId="AD" clId="Web-{F654FBE2-E55C-3D79-49FA-0BFE79715722}" dt="2026-07-22T15:43:26.425" v="0" actId="1076"/>
        <pc:sldMkLst>
          <pc:docMk/>
          <pc:sldMk cId="3436020675" sldId="269"/>
        </pc:sldMkLst>
        <pc:picChg chg="mod">
          <ac:chgData name="LI YICHEN" userId="S::2501401j@student.tp.edu.sg::86726e88-a764-44db-ad75-e6d8591a6c98" providerId="AD" clId="Web-{F654FBE2-E55C-3D79-49FA-0BFE79715722}" dt="2026-07-22T15:43:26.425" v="0" actId="1076"/>
          <ac:picMkLst>
            <pc:docMk/>
            <pc:sldMk cId="3436020675" sldId="269"/>
            <ac:picMk id="16" creationId="{50CAD24D-696E-2D39-CD02-7B7D328C58F1}"/>
          </ac:picMkLst>
        </pc:picChg>
      </pc:sldChg>
    </pc:docChg>
  </pc:docChgLst>
  <pc:docChgLst>
    <pc:chgData name="EI EI SAN" userId="S::2503076h@student.tp.edu.sg::d1a3089d-1c3a-4309-b342-9b476d1f2783" providerId="AD" clId="Web-{A0FC5AFF-CD6A-108B-57CF-86766A34C9F0}"/>
    <pc:docChg chg="delSld modSld">
      <pc:chgData name="EI EI SAN" userId="S::2503076h@student.tp.edu.sg::d1a3089d-1c3a-4309-b342-9b476d1f2783" providerId="AD" clId="Web-{A0FC5AFF-CD6A-108B-57CF-86766A34C9F0}" dt="2026-07-09T07:25:22.288" v="33" actId="20577"/>
      <pc:docMkLst>
        <pc:docMk/>
      </pc:docMkLst>
      <pc:sldChg chg="addSp delSp modSp">
        <pc:chgData name="EI EI SAN" userId="S::2503076h@student.tp.edu.sg::d1a3089d-1c3a-4309-b342-9b476d1f2783" providerId="AD" clId="Web-{A0FC5AFF-CD6A-108B-57CF-86766A34C9F0}" dt="2026-07-09T07:25:22.288" v="33" actId="20577"/>
        <pc:sldMkLst>
          <pc:docMk/>
          <pc:sldMk cId="1618455175" sldId="258"/>
        </pc:sldMkLst>
      </pc:sldChg>
      <pc:sldChg chg="modSp">
        <pc:chgData name="EI EI SAN" userId="S::2503076h@student.tp.edu.sg::d1a3089d-1c3a-4309-b342-9b476d1f2783" providerId="AD" clId="Web-{A0FC5AFF-CD6A-108B-57CF-86766A34C9F0}" dt="2026-07-09T07:25:10.287" v="32" actId="20577"/>
        <pc:sldMkLst>
          <pc:docMk/>
          <pc:sldMk cId="1642359762" sldId="262"/>
        </pc:sldMkLst>
        <pc:spChg chg="mod">
          <ac:chgData name="EI EI SAN" userId="S::2503076h@student.tp.edu.sg::d1a3089d-1c3a-4309-b342-9b476d1f2783" providerId="AD" clId="Web-{A0FC5AFF-CD6A-108B-57CF-86766A34C9F0}" dt="2026-07-09T07:25:10.287" v="32" actId="20577"/>
          <ac:spMkLst>
            <pc:docMk/>
            <pc:sldMk cId="1642359762" sldId="262"/>
            <ac:spMk id="3" creationId="{8A365BF6-2BAD-AE2C-9FB6-37F518D24366}"/>
          </ac:spMkLst>
        </pc:spChg>
      </pc:sldChg>
      <pc:sldChg chg="modSp">
        <pc:chgData name="EI EI SAN" userId="S::2503076h@student.tp.edu.sg::d1a3089d-1c3a-4309-b342-9b476d1f2783" providerId="AD" clId="Web-{A0FC5AFF-CD6A-108B-57CF-86766A34C9F0}" dt="2026-07-09T07:22:09.921" v="28" actId="20577"/>
        <pc:sldMkLst>
          <pc:docMk/>
          <pc:sldMk cId="4035921603" sldId="263"/>
        </pc:sldMkLst>
        <pc:spChg chg="mod">
          <ac:chgData name="EI EI SAN" userId="S::2503076h@student.tp.edu.sg::d1a3089d-1c3a-4309-b342-9b476d1f2783" providerId="AD" clId="Web-{A0FC5AFF-CD6A-108B-57CF-86766A34C9F0}" dt="2026-07-09T07:22:09.921" v="28" actId="20577"/>
          <ac:spMkLst>
            <pc:docMk/>
            <pc:sldMk cId="4035921603" sldId="263"/>
            <ac:spMk id="3" creationId="{B8A55EEB-48C8-2542-D5CD-2C226AC9162C}"/>
          </ac:spMkLst>
        </pc:spChg>
      </pc:sldChg>
      <pc:sldChg chg="modSp">
        <pc:chgData name="EI EI SAN" userId="S::2503076h@student.tp.edu.sg::d1a3089d-1c3a-4309-b342-9b476d1f2783" providerId="AD" clId="Web-{A0FC5AFF-CD6A-108B-57CF-86766A34C9F0}" dt="2026-07-09T07:22:18.562" v="29" actId="20577"/>
        <pc:sldMkLst>
          <pc:docMk/>
          <pc:sldMk cId="1446910617" sldId="264"/>
        </pc:sldMkLst>
        <pc:spChg chg="mod">
          <ac:chgData name="EI EI SAN" userId="S::2503076h@student.tp.edu.sg::d1a3089d-1c3a-4309-b342-9b476d1f2783" providerId="AD" clId="Web-{A0FC5AFF-CD6A-108B-57CF-86766A34C9F0}" dt="2026-07-09T07:22:18.562" v="29" actId="20577"/>
          <ac:spMkLst>
            <pc:docMk/>
            <pc:sldMk cId="1446910617" sldId="264"/>
            <ac:spMk id="3" creationId="{0E72C6FF-0FA0-F278-06B7-A4F1C9F8ADED}"/>
          </ac:spMkLst>
        </pc:spChg>
      </pc:sldChg>
    </pc:docChg>
  </pc:docChgLst>
  <pc:docChgLst>
    <pc:chgData name="GRISHM CHANDRU MIRPURI" userId="96d94513-3751-4b72-81d2-171fa5763dd2" providerId="ADAL" clId="{310A19CC-772E-422F-B580-D713F88CE4B5}"/>
    <pc:docChg chg="undo custSel addSld delSld modSld">
      <pc:chgData name="GRISHM CHANDRU MIRPURI" userId="96d94513-3751-4b72-81d2-171fa5763dd2" providerId="ADAL" clId="{310A19CC-772E-422F-B580-D713F88CE4B5}" dt="2026-07-09T06:51:14.489" v="87" actId="255"/>
      <pc:docMkLst>
        <pc:docMk/>
      </pc:docMkLst>
      <pc:sldChg chg="modSp mod">
        <pc:chgData name="GRISHM CHANDRU MIRPURI" userId="96d94513-3751-4b72-81d2-171fa5763dd2" providerId="ADAL" clId="{310A19CC-772E-422F-B580-D713F88CE4B5}" dt="2026-07-09T06:51:14.489" v="87" actId="255"/>
        <pc:sldMkLst>
          <pc:docMk/>
          <pc:sldMk cId="1642359762" sldId="262"/>
        </pc:sldMkLst>
        <pc:spChg chg="mod">
          <ac:chgData name="GRISHM CHANDRU MIRPURI" userId="96d94513-3751-4b72-81d2-171fa5763dd2" providerId="ADAL" clId="{310A19CC-772E-422F-B580-D713F88CE4B5}" dt="2026-07-09T06:51:14.489" v="87" actId="255"/>
          <ac:spMkLst>
            <pc:docMk/>
            <pc:sldMk cId="1642359762" sldId="262"/>
            <ac:spMk id="3" creationId="{8A365BF6-2BAD-AE2C-9FB6-37F518D24366}"/>
          </ac:spMkLst>
        </pc:spChg>
      </pc:sldChg>
      <pc:sldChg chg="modSp">
        <pc:chgData name="GRISHM CHANDRU MIRPURI" userId="96d94513-3751-4b72-81d2-171fa5763dd2" providerId="ADAL" clId="{310A19CC-772E-422F-B580-D713F88CE4B5}" dt="2026-07-09T06:27:23.223" v="81"/>
        <pc:sldMkLst>
          <pc:docMk/>
          <pc:sldMk cId="4035921603" sldId="263"/>
        </pc:sldMkLst>
        <pc:spChg chg="mod">
          <ac:chgData name="GRISHM CHANDRU MIRPURI" userId="96d94513-3751-4b72-81d2-171fa5763dd2" providerId="ADAL" clId="{310A19CC-772E-422F-B580-D713F88CE4B5}" dt="2026-07-09T06:27:23.223" v="81"/>
          <ac:spMkLst>
            <pc:docMk/>
            <pc:sldMk cId="4035921603" sldId="263"/>
            <ac:spMk id="3" creationId="{B8A55EEB-48C8-2542-D5CD-2C226AC9162C}"/>
          </ac:spMkLst>
        </pc:spChg>
      </pc:sldChg>
      <pc:sldChg chg="modSp">
        <pc:chgData name="GRISHM CHANDRU MIRPURI" userId="96d94513-3751-4b72-81d2-171fa5763dd2" providerId="ADAL" clId="{310A19CC-772E-422F-B580-D713F88CE4B5}" dt="2026-07-09T06:28:51.224" v="83"/>
        <pc:sldMkLst>
          <pc:docMk/>
          <pc:sldMk cId="1446910617" sldId="264"/>
        </pc:sldMkLst>
        <pc:spChg chg="mod">
          <ac:chgData name="GRISHM CHANDRU MIRPURI" userId="96d94513-3751-4b72-81d2-171fa5763dd2" providerId="ADAL" clId="{310A19CC-772E-422F-B580-D713F88CE4B5}" dt="2026-07-09T06:28:51.224" v="83"/>
          <ac:spMkLst>
            <pc:docMk/>
            <pc:sldMk cId="1446910617" sldId="264"/>
            <ac:spMk id="3" creationId="{0E72C6FF-0FA0-F278-06B7-A4F1C9F8ADED}"/>
          </ac:spMkLst>
        </pc:spChg>
      </pc:sldChg>
    </pc:docChg>
  </pc:docChgLst>
  <pc:docChgLst>
    <pc:chgData name="LI YICHEN" userId="S::2501401j@student.tp.edu.sg::86726e88-a764-44db-ad75-e6d8591a6c98" providerId="AD" clId="Web-{5EFA308E-87C7-030A-2D85-7C2F74D22215}"/>
    <pc:docChg chg="modSld">
      <pc:chgData name="LI YICHEN" userId="S::2501401j@student.tp.edu.sg::86726e88-a764-44db-ad75-e6d8591a6c98" providerId="AD" clId="Web-{5EFA308E-87C7-030A-2D85-7C2F74D22215}" dt="2026-07-24T08:32:50.330" v="14" actId="1076"/>
      <pc:docMkLst>
        <pc:docMk/>
      </pc:docMkLst>
      <pc:sldChg chg="modSp">
        <pc:chgData name="LI YICHEN" userId="S::2501401j@student.tp.edu.sg::86726e88-a764-44db-ad75-e6d8591a6c98" providerId="AD" clId="Web-{5EFA308E-87C7-030A-2D85-7C2F74D22215}" dt="2026-07-24T08:32:50.330" v="14" actId="1076"/>
        <pc:sldMkLst>
          <pc:docMk/>
          <pc:sldMk cId="580610499" sldId="275"/>
        </pc:sldMkLst>
        <pc:spChg chg="mod">
          <ac:chgData name="LI YICHEN" userId="S::2501401j@student.tp.edu.sg::86726e88-a764-44db-ad75-e6d8591a6c98" providerId="AD" clId="Web-{5EFA308E-87C7-030A-2D85-7C2F74D22215}" dt="2026-07-24T08:32:16.205" v="9" actId="1076"/>
          <ac:spMkLst>
            <pc:docMk/>
            <pc:sldMk cId="580610499" sldId="275"/>
            <ac:spMk id="3" creationId="{25BBA226-BBED-4881-7C1C-6DF7C9D9CA83}"/>
          </ac:spMkLst>
        </pc:spChg>
        <pc:spChg chg="mod">
          <ac:chgData name="LI YICHEN" userId="S::2501401j@student.tp.edu.sg::86726e88-a764-44db-ad75-e6d8591a6c98" providerId="AD" clId="Web-{5EFA308E-87C7-030A-2D85-7C2F74D22215}" dt="2026-07-24T08:32:50.330" v="14" actId="1076"/>
          <ac:spMkLst>
            <pc:docMk/>
            <pc:sldMk cId="580610499" sldId="275"/>
            <ac:spMk id="8" creationId="{471216D1-A35A-26DD-9797-24AEB1AF18B0}"/>
          </ac:spMkLst>
        </pc:spChg>
      </pc:sldChg>
    </pc:docChg>
  </pc:docChgLst>
  <pc:docChgLst>
    <pc:chgData name="EI EI SAN" userId="S::2503076h@student.tp.edu.sg::d1a3089d-1c3a-4309-b342-9b476d1f2783" providerId="AD" clId="Web-{D1C2D0A2-429E-919A-5AF3-F50D855838D7}"/>
    <pc:docChg chg="modSld">
      <pc:chgData name="EI EI SAN" userId="S::2503076h@student.tp.edu.sg::d1a3089d-1c3a-4309-b342-9b476d1f2783" providerId="AD" clId="Web-{D1C2D0A2-429E-919A-5AF3-F50D855838D7}" dt="2026-07-22T19:19:57.765" v="5" actId="14100"/>
      <pc:docMkLst>
        <pc:docMk/>
      </pc:docMkLst>
      <pc:sldChg chg="addSp delSp modSp">
        <pc:chgData name="EI EI SAN" userId="S::2503076h@student.tp.edu.sg::d1a3089d-1c3a-4309-b342-9b476d1f2783" providerId="AD" clId="Web-{D1C2D0A2-429E-919A-5AF3-F50D855838D7}" dt="2026-07-22T19:19:57.765" v="5" actId="14100"/>
        <pc:sldMkLst>
          <pc:docMk/>
          <pc:sldMk cId="928299323" sldId="267"/>
        </pc:sldMkLst>
        <pc:picChg chg="add mod ord">
          <ac:chgData name="EI EI SAN" userId="S::2503076h@student.tp.edu.sg::d1a3089d-1c3a-4309-b342-9b476d1f2783" providerId="AD" clId="Web-{D1C2D0A2-429E-919A-5AF3-F50D855838D7}" dt="2026-07-22T19:19:57.765" v="5" actId="14100"/>
          <ac:picMkLst>
            <pc:docMk/>
            <pc:sldMk cId="928299323" sldId="267"/>
            <ac:picMk id="4" creationId="{EC49E889-39C2-D50A-C8D2-68A2C545FB36}"/>
          </ac:picMkLst>
        </pc:picChg>
      </pc:sldChg>
    </pc:docChg>
  </pc:docChgLst>
  <pc:docChgLst>
    <pc:chgData name="HTET HTET WIN" userId="S::2503079b@student.tp.edu.sg::822841e5-e1eb-4f5e-8a89-a10e15946c72" providerId="AD" clId="Web-{1098A609-5C1C-BDE4-C5B3-F1CDC7A1D1D6}"/>
    <pc:docChg chg="modSld">
      <pc:chgData name="HTET HTET WIN" userId="S::2503079b@student.tp.edu.sg::822841e5-e1eb-4f5e-8a89-a10e15946c72" providerId="AD" clId="Web-{1098A609-5C1C-BDE4-C5B3-F1CDC7A1D1D6}" dt="2026-07-22T16:18:19.709" v="263" actId="1076"/>
      <pc:docMkLst>
        <pc:docMk/>
      </pc:docMkLst>
      <pc:sldChg chg="addSp delSp modSp">
        <pc:chgData name="HTET HTET WIN" userId="S::2503079b@student.tp.edu.sg::822841e5-e1eb-4f5e-8a89-a10e15946c72" providerId="AD" clId="Web-{1098A609-5C1C-BDE4-C5B3-F1CDC7A1D1D6}" dt="2026-07-22T16:15:46.843" v="205" actId="20577"/>
        <pc:sldMkLst>
          <pc:docMk/>
          <pc:sldMk cId="640951553" sldId="256"/>
        </pc:sldMkLst>
        <pc:spChg chg="mod">
          <ac:chgData name="HTET HTET WIN" userId="S::2503079b@student.tp.edu.sg::822841e5-e1eb-4f5e-8a89-a10e15946c72" providerId="AD" clId="Web-{1098A609-5C1C-BDE4-C5B3-F1CDC7A1D1D6}" dt="2026-07-22T16:15:46.843" v="205" actId="20577"/>
          <ac:spMkLst>
            <pc:docMk/>
            <pc:sldMk cId="640951553" sldId="256"/>
            <ac:spMk id="2" creationId="{EB7C37F3-8DB6-8352-B26D-764734712D31}"/>
          </ac:spMkLst>
        </pc:spChg>
        <pc:spChg chg="mod">
          <ac:chgData name="HTET HTET WIN" userId="S::2503079b@student.tp.edu.sg::822841e5-e1eb-4f5e-8a89-a10e15946c72" providerId="AD" clId="Web-{1098A609-5C1C-BDE4-C5B3-F1CDC7A1D1D6}" dt="2026-07-22T15:51:05.771" v="110" actId="20577"/>
          <ac:spMkLst>
            <pc:docMk/>
            <pc:sldMk cId="640951553" sldId="256"/>
            <ac:spMk id="3" creationId="{94FB8817-9811-7DC6-FF92-DDA72CB6E23B}"/>
          </ac:spMkLst>
        </pc:spChg>
      </pc:sldChg>
      <pc:sldChg chg="addSp delSp modSp">
        <pc:chgData name="HTET HTET WIN" userId="S::2503079b@student.tp.edu.sg::822841e5-e1eb-4f5e-8a89-a10e15946c72" providerId="AD" clId="Web-{1098A609-5C1C-BDE4-C5B3-F1CDC7A1D1D6}" dt="2026-07-22T15:52:53.400" v="148" actId="1076"/>
        <pc:sldMkLst>
          <pc:docMk/>
          <pc:sldMk cId="2661905670" sldId="257"/>
        </pc:sldMkLst>
        <pc:spChg chg="mod">
          <ac:chgData name="HTET HTET WIN" userId="S::2503079b@student.tp.edu.sg::822841e5-e1eb-4f5e-8a89-a10e15946c72" providerId="AD" clId="Web-{1098A609-5C1C-BDE4-C5B3-F1CDC7A1D1D6}" dt="2026-07-22T15:52:12.664" v="141" actId="1076"/>
          <ac:spMkLst>
            <pc:docMk/>
            <pc:sldMk cId="2661905670" sldId="257"/>
            <ac:spMk id="2" creationId="{5C46DA53-267D-FB63-743D-E05F667F24DB}"/>
          </ac:spMkLst>
        </pc:spChg>
        <pc:picChg chg="add mod">
          <ac:chgData name="HTET HTET WIN" userId="S::2503079b@student.tp.edu.sg::822841e5-e1eb-4f5e-8a89-a10e15946c72" providerId="AD" clId="Web-{1098A609-5C1C-BDE4-C5B3-F1CDC7A1D1D6}" dt="2026-07-22T15:52:53.400" v="148" actId="1076"/>
          <ac:picMkLst>
            <pc:docMk/>
            <pc:sldMk cId="2661905670" sldId="257"/>
            <ac:picMk id="4" creationId="{DCCEB15D-6450-1E01-0B1F-B47661E522EC}"/>
          </ac:picMkLst>
        </pc:picChg>
        <pc:picChg chg="add mod">
          <ac:chgData name="HTET HTET WIN" userId="S::2503079b@student.tp.edu.sg::822841e5-e1eb-4f5e-8a89-a10e15946c72" providerId="AD" clId="Web-{1098A609-5C1C-BDE4-C5B3-F1CDC7A1D1D6}" dt="2026-07-22T15:52:37.759" v="144" actId="1076"/>
          <ac:picMkLst>
            <pc:docMk/>
            <pc:sldMk cId="2661905670" sldId="257"/>
            <ac:picMk id="5" creationId="{311E1201-79CB-7E3E-C6BF-BCECFE0D68A1}"/>
          </ac:picMkLst>
        </pc:picChg>
      </pc:sldChg>
      <pc:sldChg chg="addSp delSp modSp">
        <pc:chgData name="HTET HTET WIN" userId="S::2503079b@student.tp.edu.sg::822841e5-e1eb-4f5e-8a89-a10e15946c72" providerId="AD" clId="Web-{1098A609-5C1C-BDE4-C5B3-F1CDC7A1D1D6}" dt="2026-07-22T15:55:50.500" v="198" actId="1076"/>
        <pc:sldMkLst>
          <pc:docMk/>
          <pc:sldMk cId="1618455175" sldId="258"/>
        </pc:sldMkLst>
        <pc:spChg chg="mod">
          <ac:chgData name="HTET HTET WIN" userId="S::2503079b@student.tp.edu.sg::822841e5-e1eb-4f5e-8a89-a10e15946c72" providerId="AD" clId="Web-{1098A609-5C1C-BDE4-C5B3-F1CDC7A1D1D6}" dt="2026-07-22T15:53:23.291" v="155" actId="1076"/>
          <ac:spMkLst>
            <pc:docMk/>
            <pc:sldMk cId="1618455175" sldId="258"/>
            <ac:spMk id="2" creationId="{7FF2B06E-FB58-F1F1-3514-62087DE233EF}"/>
          </ac:spMkLst>
        </pc:spChg>
        <pc:grpChg chg="mod">
          <ac:chgData name="HTET HTET WIN" userId="S::2503079b@student.tp.edu.sg::822841e5-e1eb-4f5e-8a89-a10e15946c72" providerId="AD" clId="Web-{1098A609-5C1C-BDE4-C5B3-F1CDC7A1D1D6}" dt="2026-07-22T15:55:23.999" v="190" actId="1076"/>
          <ac:grpSpMkLst>
            <pc:docMk/>
            <pc:sldMk cId="1618455175" sldId="258"/>
            <ac:grpSpMk id="4" creationId="{4EBBF8E4-9A9A-6E8F-58A0-2B38918DD2E9}"/>
          </ac:grpSpMkLst>
        </pc:grpChg>
        <pc:picChg chg="mod">
          <ac:chgData name="HTET HTET WIN" userId="S::2503079b@student.tp.edu.sg::822841e5-e1eb-4f5e-8a89-a10e15946c72" providerId="AD" clId="Web-{1098A609-5C1C-BDE4-C5B3-F1CDC7A1D1D6}" dt="2026-07-22T15:53:08.588" v="152" actId="1076"/>
          <ac:picMkLst>
            <pc:docMk/>
            <pc:sldMk cId="1618455175" sldId="258"/>
            <ac:picMk id="5" creationId="{12E03BCE-A88E-F6E9-1386-A803B1B2D7CC}"/>
          </ac:picMkLst>
        </pc:picChg>
        <pc:picChg chg="add mod">
          <ac:chgData name="HTET HTET WIN" userId="S::2503079b@student.tp.edu.sg::822841e5-e1eb-4f5e-8a89-a10e15946c72" providerId="AD" clId="Web-{1098A609-5C1C-BDE4-C5B3-F1CDC7A1D1D6}" dt="2026-07-22T15:55:26.108" v="191" actId="1076"/>
          <ac:picMkLst>
            <pc:docMk/>
            <pc:sldMk cId="1618455175" sldId="258"/>
            <ac:picMk id="15" creationId="{006B2BE8-F67F-E162-A810-BA0600933BBC}"/>
          </ac:picMkLst>
        </pc:picChg>
        <pc:picChg chg="add mod">
          <ac:chgData name="HTET HTET WIN" userId="S::2503079b@student.tp.edu.sg::822841e5-e1eb-4f5e-8a89-a10e15946c72" providerId="AD" clId="Web-{1098A609-5C1C-BDE4-C5B3-F1CDC7A1D1D6}" dt="2026-07-22T15:55:30.061" v="194" actId="1076"/>
          <ac:picMkLst>
            <pc:docMk/>
            <pc:sldMk cId="1618455175" sldId="258"/>
            <ac:picMk id="16" creationId="{DBC3199E-D02B-E9DD-3A00-7C8AD56EF1F8}"/>
          </ac:picMkLst>
        </pc:picChg>
        <pc:picChg chg="add mod">
          <ac:chgData name="HTET HTET WIN" userId="S::2503079b@student.tp.edu.sg::822841e5-e1eb-4f5e-8a89-a10e15946c72" providerId="AD" clId="Web-{1098A609-5C1C-BDE4-C5B3-F1CDC7A1D1D6}" dt="2026-07-22T15:55:27.624" v="192" actId="1076"/>
          <ac:picMkLst>
            <pc:docMk/>
            <pc:sldMk cId="1618455175" sldId="258"/>
            <ac:picMk id="17" creationId="{D166E4EB-FFE6-EBAF-F7FA-A07F76275027}"/>
          </ac:picMkLst>
        </pc:picChg>
        <pc:picChg chg="add mod">
          <ac:chgData name="HTET HTET WIN" userId="S::2503079b@student.tp.edu.sg::822841e5-e1eb-4f5e-8a89-a10e15946c72" providerId="AD" clId="Web-{1098A609-5C1C-BDE4-C5B3-F1CDC7A1D1D6}" dt="2026-07-22T15:55:28.796" v="193" actId="1076"/>
          <ac:picMkLst>
            <pc:docMk/>
            <pc:sldMk cId="1618455175" sldId="258"/>
            <ac:picMk id="18" creationId="{F13D2BB7-C64F-E141-E3E7-F1DF17E38330}"/>
          </ac:picMkLst>
        </pc:picChg>
        <pc:picChg chg="add mod">
          <ac:chgData name="HTET HTET WIN" userId="S::2503079b@student.tp.edu.sg::822841e5-e1eb-4f5e-8a89-a10e15946c72" providerId="AD" clId="Web-{1098A609-5C1C-BDE4-C5B3-F1CDC7A1D1D6}" dt="2026-07-22T15:55:50.500" v="198" actId="1076"/>
          <ac:picMkLst>
            <pc:docMk/>
            <pc:sldMk cId="1618455175" sldId="258"/>
            <ac:picMk id="19" creationId="{D2F44017-B220-B46D-ADCD-9150774BDF59}"/>
          </ac:picMkLst>
        </pc:picChg>
      </pc:sldChg>
      <pc:sldChg chg="addSp delSp modSp">
        <pc:chgData name="HTET HTET WIN" userId="S::2503079b@student.tp.edu.sg::822841e5-e1eb-4f5e-8a89-a10e15946c72" providerId="AD" clId="Web-{1098A609-5C1C-BDE4-C5B3-F1CDC7A1D1D6}" dt="2026-07-22T16:18:19.709" v="263" actId="1076"/>
        <pc:sldMkLst>
          <pc:docMk/>
          <pc:sldMk cId="3120290798" sldId="259"/>
        </pc:sldMkLst>
        <pc:spChg chg="mod">
          <ac:chgData name="HTET HTET WIN" userId="S::2503079b@student.tp.edu.sg::822841e5-e1eb-4f5e-8a89-a10e15946c72" providerId="AD" clId="Web-{1098A609-5C1C-BDE4-C5B3-F1CDC7A1D1D6}" dt="2026-07-22T16:17:08.190" v="249" actId="20577"/>
          <ac:spMkLst>
            <pc:docMk/>
            <pc:sldMk cId="3120290798" sldId="259"/>
            <ac:spMk id="2" creationId="{0E1682F2-EF3E-FBEA-0BE6-AA35B522D228}"/>
          </ac:spMkLst>
        </pc:spChg>
        <pc:graphicFrameChg chg="add mod modGraphic">
          <ac:chgData name="HTET HTET WIN" userId="S::2503079b@student.tp.edu.sg::822841e5-e1eb-4f5e-8a89-a10e15946c72" providerId="AD" clId="Web-{1098A609-5C1C-BDE4-C5B3-F1CDC7A1D1D6}" dt="2026-07-22T16:18:18.147" v="262"/>
          <ac:graphicFrameMkLst>
            <pc:docMk/>
            <pc:sldMk cId="3120290798" sldId="259"/>
            <ac:graphicFrameMk id="6" creationId="{26898315-9E74-86F9-C755-E312EE6CBA54}"/>
          </ac:graphicFrameMkLst>
        </pc:graphicFrameChg>
        <pc:picChg chg="add mod">
          <ac:chgData name="HTET HTET WIN" userId="S::2503079b@student.tp.edu.sg::822841e5-e1eb-4f5e-8a89-a10e15946c72" providerId="AD" clId="Web-{1098A609-5C1C-BDE4-C5B3-F1CDC7A1D1D6}" dt="2026-07-22T16:18:19.709" v="263" actId="1076"/>
          <ac:picMkLst>
            <pc:docMk/>
            <pc:sldMk cId="3120290798" sldId="259"/>
            <ac:picMk id="7" creationId="{FC7B4BD8-7882-38CD-7F26-423CFE0404F0}"/>
          </ac:picMkLst>
        </pc:picChg>
      </pc:sldChg>
    </pc:docChg>
  </pc:docChgLst>
  <pc:docChgLst>
    <pc:chgData name="HTET HTET WIN" userId="S::2503079b@student.tp.edu.sg::822841e5-e1eb-4f5e-8a89-a10e15946c72" providerId="AD" clId="Web-{09D45EA7-DD26-66BF-8B57-47C4F43B5408}"/>
    <pc:docChg chg="addSld delSld modSld">
      <pc:chgData name="HTET HTET WIN" userId="S::2503079b@student.tp.edu.sg::822841e5-e1eb-4f5e-8a89-a10e15946c72" providerId="AD" clId="Web-{09D45EA7-DD26-66BF-8B57-47C4F43B5408}" dt="2026-07-24T06:56:20.325" v="1000"/>
      <pc:docMkLst>
        <pc:docMk/>
      </pc:docMkLst>
      <pc:sldChg chg="addSp delSp modSp">
        <pc:chgData name="HTET HTET WIN" userId="S::2503079b@student.tp.edu.sg::822841e5-e1eb-4f5e-8a89-a10e15946c72" providerId="AD" clId="Web-{09D45EA7-DD26-66BF-8B57-47C4F43B5408}" dt="2026-07-24T06:35:20.399" v="279" actId="20577"/>
        <pc:sldMkLst>
          <pc:docMk/>
          <pc:sldMk cId="3436020675" sldId="269"/>
        </pc:sldMkLst>
        <pc:spChg chg="mod">
          <ac:chgData name="HTET HTET WIN" userId="S::2503079b@student.tp.edu.sg::822841e5-e1eb-4f5e-8a89-a10e15946c72" providerId="AD" clId="Web-{09D45EA7-DD26-66BF-8B57-47C4F43B5408}" dt="2026-07-24T06:35:20.399" v="279" actId="20577"/>
          <ac:spMkLst>
            <pc:docMk/>
            <pc:sldMk cId="3436020675" sldId="269"/>
            <ac:spMk id="2" creationId="{6ED9E3B0-C372-01F8-E886-9810A7E74163}"/>
          </ac:spMkLst>
        </pc:spChg>
        <pc:spChg chg="add del">
          <ac:chgData name="HTET HTET WIN" userId="S::2503079b@student.tp.edu.sg::822841e5-e1eb-4f5e-8a89-a10e15946c72" providerId="AD" clId="Web-{09D45EA7-DD26-66BF-8B57-47C4F43B5408}" dt="2026-07-24T06:32:14.860" v="199"/>
          <ac:spMkLst>
            <pc:docMk/>
            <pc:sldMk cId="3436020675" sldId="269"/>
            <ac:spMk id="3" creationId="{42AAF313-7C0C-2085-C310-7897F5F95208}"/>
          </ac:spMkLst>
        </pc:spChg>
        <pc:spChg chg="add mod">
          <ac:chgData name="HTET HTET WIN" userId="S::2503079b@student.tp.edu.sg::822841e5-e1eb-4f5e-8a89-a10e15946c72" providerId="AD" clId="Web-{09D45EA7-DD26-66BF-8B57-47C4F43B5408}" dt="2026-07-24T06:32:29.797" v="214" actId="20577"/>
          <ac:spMkLst>
            <pc:docMk/>
            <pc:sldMk cId="3436020675" sldId="269"/>
            <ac:spMk id="5" creationId="{D128ED01-6514-D6DC-42BB-9856938B0CE2}"/>
          </ac:spMkLst>
        </pc:spChg>
        <pc:spChg chg="add mod">
          <ac:chgData name="HTET HTET WIN" userId="S::2503079b@student.tp.edu.sg::822841e5-e1eb-4f5e-8a89-a10e15946c72" providerId="AD" clId="Web-{09D45EA7-DD26-66BF-8B57-47C4F43B5408}" dt="2026-07-24T06:33:01.110" v="225" actId="20577"/>
          <ac:spMkLst>
            <pc:docMk/>
            <pc:sldMk cId="3436020675" sldId="269"/>
            <ac:spMk id="6" creationId="{2B18DC2C-7C82-858E-FDA1-D78227457961}"/>
          </ac:spMkLst>
        </pc:spChg>
        <pc:spChg chg="mod">
          <ac:chgData name="HTET HTET WIN" userId="S::2503079b@student.tp.edu.sg::822841e5-e1eb-4f5e-8a89-a10e15946c72" providerId="AD" clId="Web-{09D45EA7-DD26-66BF-8B57-47C4F43B5408}" dt="2026-07-24T06:30:55.890" v="191" actId="20577"/>
          <ac:spMkLst>
            <pc:docMk/>
            <pc:sldMk cId="3436020675" sldId="269"/>
            <ac:spMk id="7" creationId="{284549A6-F177-856F-C124-BE7391A3EB63}"/>
          </ac:spMkLst>
        </pc:spChg>
        <pc:spChg chg="mod">
          <ac:chgData name="HTET HTET WIN" userId="S::2503079b@student.tp.edu.sg::822841e5-e1eb-4f5e-8a89-a10e15946c72" providerId="AD" clId="Web-{09D45EA7-DD26-66BF-8B57-47C4F43B5408}" dt="2026-07-24T06:31:52.578" v="197" actId="20577"/>
          <ac:spMkLst>
            <pc:docMk/>
            <pc:sldMk cId="3436020675" sldId="269"/>
            <ac:spMk id="10" creationId="{01221316-C04A-9488-7B94-88C87872132E}"/>
          </ac:spMkLst>
        </pc:spChg>
        <pc:spChg chg="mod">
          <ac:chgData name="HTET HTET WIN" userId="S::2503079b@student.tp.edu.sg::822841e5-e1eb-4f5e-8a89-a10e15946c72" providerId="AD" clId="Web-{09D45EA7-DD26-66BF-8B57-47C4F43B5408}" dt="2026-07-24T06:31:20.328" v="193" actId="20577"/>
          <ac:spMkLst>
            <pc:docMk/>
            <pc:sldMk cId="3436020675" sldId="269"/>
            <ac:spMk id="11" creationId="{76DB8F8F-B5EA-CA3D-1E75-B379ABDCD72F}"/>
          </ac:spMkLst>
        </pc:spChg>
        <pc:spChg chg="mod">
          <ac:chgData name="HTET HTET WIN" userId="S::2503079b@student.tp.edu.sg::822841e5-e1eb-4f5e-8a89-a10e15946c72" providerId="AD" clId="Web-{09D45EA7-DD26-66BF-8B57-47C4F43B5408}" dt="2026-07-24T06:31:34.937" v="195" actId="20577"/>
          <ac:spMkLst>
            <pc:docMk/>
            <pc:sldMk cId="3436020675" sldId="269"/>
            <ac:spMk id="13" creationId="{40DC5900-4012-DCF4-1A45-C96093BC50A0}"/>
          </ac:spMkLst>
        </pc:spChg>
      </pc:sldChg>
      <pc:sldChg chg="modSp">
        <pc:chgData name="HTET HTET WIN" userId="S::2503079b@student.tp.edu.sg::822841e5-e1eb-4f5e-8a89-a10e15946c72" providerId="AD" clId="Web-{09D45EA7-DD26-66BF-8B57-47C4F43B5408}" dt="2026-07-24T06:50:08.849" v="818"/>
        <pc:sldMkLst>
          <pc:docMk/>
          <pc:sldMk cId="2165852923" sldId="272"/>
        </pc:sldMkLst>
        <pc:graphicFrameChg chg="mod modGraphic">
          <ac:chgData name="HTET HTET WIN" userId="S::2503079b@student.tp.edu.sg::822841e5-e1eb-4f5e-8a89-a10e15946c72" providerId="AD" clId="Web-{09D45EA7-DD26-66BF-8B57-47C4F43B5408}" dt="2026-07-24T06:50:08.849" v="818"/>
          <ac:graphicFrameMkLst>
            <pc:docMk/>
            <pc:sldMk cId="2165852923" sldId="272"/>
            <ac:graphicFrameMk id="4" creationId="{00D31786-DDA8-9DC7-C1DC-CD551CC45689}"/>
          </ac:graphicFrameMkLst>
        </pc:graphicFrameChg>
      </pc:sldChg>
      <pc:sldChg chg="modSp">
        <pc:chgData name="HTET HTET WIN" userId="S::2503079b@student.tp.edu.sg::822841e5-e1eb-4f5e-8a89-a10e15946c72" providerId="AD" clId="Web-{09D45EA7-DD26-66BF-8B57-47C4F43B5408}" dt="2026-07-24T06:56:20.325" v="1000"/>
        <pc:sldMkLst>
          <pc:docMk/>
          <pc:sldMk cId="544883035" sldId="274"/>
        </pc:sldMkLst>
        <pc:graphicFrameChg chg="mod modGraphic">
          <ac:chgData name="HTET HTET WIN" userId="S::2503079b@student.tp.edu.sg::822841e5-e1eb-4f5e-8a89-a10e15946c72" providerId="AD" clId="Web-{09D45EA7-DD26-66BF-8B57-47C4F43B5408}" dt="2026-07-24T06:56:20.325" v="1000"/>
          <ac:graphicFrameMkLst>
            <pc:docMk/>
            <pc:sldMk cId="544883035" sldId="274"/>
            <ac:graphicFrameMk id="6" creationId="{01E85ED7-6E6F-7208-70E9-101119A46B75}"/>
          </ac:graphicFrameMkLst>
        </pc:graphicFrameChg>
      </pc:sldChg>
      <pc:sldChg chg="addSp modSp">
        <pc:chgData name="HTET HTET WIN" userId="S::2503079b@student.tp.edu.sg::822841e5-e1eb-4f5e-8a89-a10e15946c72" providerId="AD" clId="Web-{09D45EA7-DD26-66BF-8B57-47C4F43B5408}" dt="2026-07-24T06:20:11.514" v="142" actId="1076"/>
        <pc:sldMkLst>
          <pc:docMk/>
          <pc:sldMk cId="580610499" sldId="275"/>
        </pc:sldMkLst>
        <pc:spChg chg="add mod">
          <ac:chgData name="HTET HTET WIN" userId="S::2503079b@student.tp.edu.sg::822841e5-e1eb-4f5e-8a89-a10e15946c72" providerId="AD" clId="Web-{09D45EA7-DD26-66BF-8B57-47C4F43B5408}" dt="2026-07-24T06:16:05.043" v="71" actId="1076"/>
          <ac:spMkLst>
            <pc:docMk/>
            <pc:sldMk cId="580610499" sldId="275"/>
            <ac:spMk id="3" creationId="{25BBA226-BBED-4881-7C1C-6DF7C9D9CA83}"/>
          </ac:spMkLst>
        </pc:spChg>
        <pc:spChg chg="mod">
          <ac:chgData name="HTET HTET WIN" userId="S::2503079b@student.tp.edu.sg::822841e5-e1eb-4f5e-8a89-a10e15946c72" providerId="AD" clId="Web-{09D45EA7-DD26-66BF-8B57-47C4F43B5408}" dt="2026-07-24T06:16:53.106" v="80" actId="1076"/>
          <ac:spMkLst>
            <pc:docMk/>
            <pc:sldMk cId="580610499" sldId="275"/>
            <ac:spMk id="7" creationId="{6C033E27-0815-F972-EB19-D3F9B6E6B05E}"/>
          </ac:spMkLst>
        </pc:spChg>
        <pc:spChg chg="add mod">
          <ac:chgData name="HTET HTET WIN" userId="S::2503079b@student.tp.edu.sg::822841e5-e1eb-4f5e-8a89-a10e15946c72" providerId="AD" clId="Web-{09D45EA7-DD26-66BF-8B57-47C4F43B5408}" dt="2026-07-24T06:17:49.360" v="128" actId="14100"/>
          <ac:spMkLst>
            <pc:docMk/>
            <pc:sldMk cId="580610499" sldId="275"/>
            <ac:spMk id="8" creationId="{471216D1-A35A-26DD-9797-24AEB1AF18B0}"/>
          </ac:spMkLst>
        </pc:spChg>
        <pc:spChg chg="add mod">
          <ac:chgData name="HTET HTET WIN" userId="S::2503079b@student.tp.edu.sg::822841e5-e1eb-4f5e-8a89-a10e15946c72" providerId="AD" clId="Web-{09D45EA7-DD26-66BF-8B57-47C4F43B5408}" dt="2026-07-24T06:18:14.379" v="133" actId="1076"/>
          <ac:spMkLst>
            <pc:docMk/>
            <pc:sldMk cId="580610499" sldId="275"/>
            <ac:spMk id="10" creationId="{C825EA2E-31A8-4775-53A4-49EA103D9243}"/>
          </ac:spMkLst>
        </pc:spChg>
        <pc:spChg chg="add mod">
          <ac:chgData name="HTET HTET WIN" userId="S::2503079b@student.tp.edu.sg::822841e5-e1eb-4f5e-8a89-a10e15946c72" providerId="AD" clId="Web-{09D45EA7-DD26-66BF-8B57-47C4F43B5408}" dt="2026-07-24T06:20:11.514" v="142" actId="1076"/>
          <ac:spMkLst>
            <pc:docMk/>
            <pc:sldMk cId="580610499" sldId="275"/>
            <ac:spMk id="12" creationId="{C541C255-3419-A8B7-C05B-1864C16ECDE6}"/>
          </ac:spMkLst>
        </pc:spChg>
        <pc:spChg chg="mod">
          <ac:chgData name="HTET HTET WIN" userId="S::2503079b@student.tp.edu.sg::822841e5-e1eb-4f5e-8a89-a10e15946c72" providerId="AD" clId="Web-{09D45EA7-DD26-66BF-8B57-47C4F43B5408}" dt="2026-07-24T06:16:56.997" v="82" actId="1076"/>
          <ac:spMkLst>
            <pc:docMk/>
            <pc:sldMk cId="580610499" sldId="275"/>
            <ac:spMk id="18" creationId="{341C1020-FC5D-898D-9D81-3B094B993225}"/>
          </ac:spMkLst>
        </pc:spChg>
        <pc:spChg chg="mod">
          <ac:chgData name="HTET HTET WIN" userId="S::2503079b@student.tp.edu.sg::822841e5-e1eb-4f5e-8a89-a10e15946c72" providerId="AD" clId="Web-{09D45EA7-DD26-66BF-8B57-47C4F43B5408}" dt="2026-07-24T06:20:05.966" v="141" actId="1076"/>
          <ac:spMkLst>
            <pc:docMk/>
            <pc:sldMk cId="580610499" sldId="275"/>
            <ac:spMk id="21" creationId="{A29435E7-4148-9561-6ED2-046591FE39A2}"/>
          </ac:spMkLst>
        </pc:spChg>
        <pc:grpChg chg="mod">
          <ac:chgData name="HTET HTET WIN" userId="S::2503079b@student.tp.edu.sg::822841e5-e1eb-4f5e-8a89-a10e15946c72" providerId="AD" clId="Web-{09D45EA7-DD26-66BF-8B57-47C4F43B5408}" dt="2026-07-24T06:16:53.747" v="81" actId="1076"/>
          <ac:grpSpMkLst>
            <pc:docMk/>
            <pc:sldMk cId="580610499" sldId="275"/>
            <ac:grpSpMk id="9" creationId="{8AAB9048-AC99-7AD2-FE5A-73BF17436C1E}"/>
          </ac:grpSpMkLst>
        </pc:grpChg>
      </pc:sldChg>
      <pc:sldChg chg="addSp delSp modSp">
        <pc:chgData name="HTET HTET WIN" userId="S::2503079b@student.tp.edu.sg::822841e5-e1eb-4f5e-8a89-a10e15946c72" providerId="AD" clId="Web-{09D45EA7-DD26-66BF-8B57-47C4F43B5408}" dt="2026-07-24T06:23:32.570" v="163" actId="1076"/>
        <pc:sldMkLst>
          <pc:docMk/>
          <pc:sldMk cId="3341405009" sldId="276"/>
        </pc:sldMkLst>
        <pc:spChg chg="add del">
          <ac:chgData name="HTET HTET WIN" userId="S::2503079b@student.tp.edu.sg::822841e5-e1eb-4f5e-8a89-a10e15946c72" providerId="AD" clId="Web-{09D45EA7-DD26-66BF-8B57-47C4F43B5408}" dt="2026-07-24T06:22:23.880" v="144"/>
          <ac:spMkLst>
            <pc:docMk/>
            <pc:sldMk cId="3341405009" sldId="276"/>
            <ac:spMk id="4" creationId="{86EF6356-1265-4368-93E1-4C60DDB4C2FA}"/>
          </ac:spMkLst>
        </pc:spChg>
        <pc:spChg chg="add del">
          <ac:chgData name="HTET HTET WIN" userId="S::2503079b@student.tp.edu.sg::822841e5-e1eb-4f5e-8a89-a10e15946c72" providerId="AD" clId="Web-{09D45EA7-DD26-66BF-8B57-47C4F43B5408}" dt="2026-07-24T06:22:35.099" v="146"/>
          <ac:spMkLst>
            <pc:docMk/>
            <pc:sldMk cId="3341405009" sldId="276"/>
            <ac:spMk id="5" creationId="{E9521713-A1C5-5BAA-7025-DFA794FB484F}"/>
          </ac:spMkLst>
        </pc:spChg>
        <pc:spChg chg="add mod">
          <ac:chgData name="HTET HTET WIN" userId="S::2503079b@student.tp.edu.sg::822841e5-e1eb-4f5e-8a89-a10e15946c72" providerId="AD" clId="Web-{09D45EA7-DD26-66BF-8B57-47C4F43B5408}" dt="2026-07-24T06:22:52.678" v="153" actId="1076"/>
          <ac:spMkLst>
            <pc:docMk/>
            <pc:sldMk cId="3341405009" sldId="276"/>
            <ac:spMk id="6" creationId="{70B26B70-A1AC-2CDF-535B-E54AC110D6BA}"/>
          </ac:spMkLst>
        </pc:spChg>
        <pc:spChg chg="add mod">
          <ac:chgData name="HTET HTET WIN" userId="S::2503079b@student.tp.edu.sg::822841e5-e1eb-4f5e-8a89-a10e15946c72" providerId="AD" clId="Web-{09D45EA7-DD26-66BF-8B57-47C4F43B5408}" dt="2026-07-24T06:23:18.101" v="160" actId="1076"/>
          <ac:spMkLst>
            <pc:docMk/>
            <pc:sldMk cId="3341405009" sldId="276"/>
            <ac:spMk id="7" creationId="{A4F7230B-43C8-0260-5399-710FA8CC619F}"/>
          </ac:spMkLst>
        </pc:spChg>
        <pc:spChg chg="add mod">
          <ac:chgData name="HTET HTET WIN" userId="S::2503079b@student.tp.edu.sg::822841e5-e1eb-4f5e-8a89-a10e15946c72" providerId="AD" clId="Web-{09D45EA7-DD26-66BF-8B57-47C4F43B5408}" dt="2026-07-24T06:23:32.570" v="163" actId="1076"/>
          <ac:spMkLst>
            <pc:docMk/>
            <pc:sldMk cId="3341405009" sldId="276"/>
            <ac:spMk id="8" creationId="{03F244AE-9FAB-E0B5-308E-E460ABCD9A13}"/>
          </ac:spMkLst>
        </pc:spChg>
      </pc:sldChg>
      <pc:sldChg chg="modSp add replId">
        <pc:chgData name="HTET HTET WIN" userId="S::2503079b@student.tp.edu.sg::822841e5-e1eb-4f5e-8a89-a10e15946c72" providerId="AD" clId="Web-{09D45EA7-DD26-66BF-8B57-47C4F43B5408}" dt="2026-07-24T06:35:05.944" v="263" actId="20577"/>
        <pc:sldMkLst>
          <pc:docMk/>
          <pc:sldMk cId="554305941" sldId="277"/>
        </pc:sldMkLst>
        <pc:spChg chg="mod">
          <ac:chgData name="HTET HTET WIN" userId="S::2503079b@student.tp.edu.sg::822841e5-e1eb-4f5e-8a89-a10e15946c72" providerId="AD" clId="Web-{09D45EA7-DD26-66BF-8B57-47C4F43B5408}" dt="2026-07-24T06:35:05.944" v="263" actId="20577"/>
          <ac:spMkLst>
            <pc:docMk/>
            <pc:sldMk cId="554305941" sldId="277"/>
            <ac:spMk id="2" creationId="{3D91056E-940E-16BF-2D09-1B9FCB3F775A}"/>
          </ac:spMkLst>
        </pc:spChg>
        <pc:spChg chg="mod">
          <ac:chgData name="HTET HTET WIN" userId="S::2503079b@student.tp.edu.sg::822841e5-e1eb-4f5e-8a89-a10e15946c72" providerId="AD" clId="Web-{09D45EA7-DD26-66BF-8B57-47C4F43B5408}" dt="2026-07-24T06:34:46.270" v="243" actId="20577"/>
          <ac:spMkLst>
            <pc:docMk/>
            <pc:sldMk cId="554305941" sldId="277"/>
            <ac:spMk id="5" creationId="{EF0A9E0C-4936-B3F3-BBB0-1EFD90787EAC}"/>
          </ac:spMkLst>
        </pc:spChg>
        <pc:spChg chg="mod">
          <ac:chgData name="HTET HTET WIN" userId="S::2503079b@student.tp.edu.sg::822841e5-e1eb-4f5e-8a89-a10e15946c72" providerId="AD" clId="Web-{09D45EA7-DD26-66BF-8B57-47C4F43B5408}" dt="2026-07-24T06:34:40.097" v="242" actId="20577"/>
          <ac:spMkLst>
            <pc:docMk/>
            <pc:sldMk cId="554305941" sldId="277"/>
            <ac:spMk id="6" creationId="{BCA26B12-F275-22EC-E31B-AD0E35C2355D}"/>
          </ac:spMkLst>
        </pc:spChg>
        <pc:spChg chg="mod">
          <ac:chgData name="HTET HTET WIN" userId="S::2503079b@student.tp.edu.sg::822841e5-e1eb-4f5e-8a89-a10e15946c72" providerId="AD" clId="Web-{09D45EA7-DD26-66BF-8B57-47C4F43B5408}" dt="2026-07-24T06:33:54.735" v="236" actId="20577"/>
          <ac:spMkLst>
            <pc:docMk/>
            <pc:sldMk cId="554305941" sldId="277"/>
            <ac:spMk id="7" creationId="{9A5A2FC5-4C08-DAA5-D944-3E15DFCBFE47}"/>
          </ac:spMkLst>
        </pc:spChg>
        <pc:spChg chg="mod">
          <ac:chgData name="HTET HTET WIN" userId="S::2503079b@student.tp.edu.sg::822841e5-e1eb-4f5e-8a89-a10e15946c72" providerId="AD" clId="Web-{09D45EA7-DD26-66BF-8B57-47C4F43B5408}" dt="2026-07-24T06:33:58.704" v="237" actId="20577"/>
          <ac:spMkLst>
            <pc:docMk/>
            <pc:sldMk cId="554305941" sldId="277"/>
            <ac:spMk id="10" creationId="{9CDC35DD-4559-7E62-9539-07478E26FF1C}"/>
          </ac:spMkLst>
        </pc:spChg>
        <pc:spChg chg="mod">
          <ac:chgData name="HTET HTET WIN" userId="S::2503079b@student.tp.edu.sg::822841e5-e1eb-4f5e-8a89-a10e15946c72" providerId="AD" clId="Web-{09D45EA7-DD26-66BF-8B57-47C4F43B5408}" dt="2026-07-24T06:34:19.205" v="239" actId="20577"/>
          <ac:spMkLst>
            <pc:docMk/>
            <pc:sldMk cId="554305941" sldId="277"/>
            <ac:spMk id="11" creationId="{897969B4-627D-E44E-B536-7F7DB7C4D7A8}"/>
          </ac:spMkLst>
        </pc:spChg>
        <pc:spChg chg="mod">
          <ac:chgData name="HTET HTET WIN" userId="S::2503079b@student.tp.edu.sg::822841e5-e1eb-4f5e-8a89-a10e15946c72" providerId="AD" clId="Web-{09D45EA7-DD26-66BF-8B57-47C4F43B5408}" dt="2026-07-24T06:34:23.283" v="241" actId="20577"/>
          <ac:spMkLst>
            <pc:docMk/>
            <pc:sldMk cId="554305941" sldId="277"/>
            <ac:spMk id="13" creationId="{8BBCE440-2DB1-7506-74D6-34B1B339314E}"/>
          </ac:spMkLst>
        </pc:spChg>
      </pc:sldChg>
      <pc:sldChg chg="add del replId">
        <pc:chgData name="HTET HTET WIN" userId="S::2503079b@student.tp.edu.sg::822841e5-e1eb-4f5e-8a89-a10e15946c72" providerId="AD" clId="Web-{09D45EA7-DD26-66BF-8B57-47C4F43B5408}" dt="2026-07-24T06:33:06.485" v="229"/>
        <pc:sldMkLst>
          <pc:docMk/>
          <pc:sldMk cId="3205287549" sldId="277"/>
        </pc:sldMkLst>
      </pc:sldChg>
      <pc:sldChg chg="add del replId">
        <pc:chgData name="HTET HTET WIN" userId="S::2503079b@student.tp.edu.sg::822841e5-e1eb-4f5e-8a89-a10e15946c72" providerId="AD" clId="Web-{09D45EA7-DD26-66BF-8B57-47C4F43B5408}" dt="2026-07-24T06:33:04.188" v="226"/>
        <pc:sldMkLst>
          <pc:docMk/>
          <pc:sldMk cId="1914939503" sldId="278"/>
        </pc:sldMkLst>
      </pc:sldChg>
      <pc:sldChg chg="modSp add replId">
        <pc:chgData name="HTET HTET WIN" userId="S::2503079b@student.tp.edu.sg::822841e5-e1eb-4f5e-8a89-a10e15946c72" providerId="AD" clId="Web-{09D45EA7-DD26-66BF-8B57-47C4F43B5408}" dt="2026-07-24T06:37:19.379" v="309" actId="20577"/>
        <pc:sldMkLst>
          <pc:docMk/>
          <pc:sldMk cId="3953508089" sldId="278"/>
        </pc:sldMkLst>
        <pc:spChg chg="mod">
          <ac:chgData name="HTET HTET WIN" userId="S::2503079b@student.tp.edu.sg::822841e5-e1eb-4f5e-8a89-a10e15946c72" providerId="AD" clId="Web-{09D45EA7-DD26-66BF-8B57-47C4F43B5408}" dt="2026-07-24T06:36:01.027" v="296" actId="20577"/>
          <ac:spMkLst>
            <pc:docMk/>
            <pc:sldMk cId="3953508089" sldId="278"/>
            <ac:spMk id="2" creationId="{2502F0F6-0A36-4038-7BCD-28BC0ADB5709}"/>
          </ac:spMkLst>
        </pc:spChg>
        <pc:spChg chg="mod">
          <ac:chgData name="HTET HTET WIN" userId="S::2503079b@student.tp.edu.sg::822841e5-e1eb-4f5e-8a89-a10e15946c72" providerId="AD" clId="Web-{09D45EA7-DD26-66BF-8B57-47C4F43B5408}" dt="2026-07-24T06:37:19.379" v="309" actId="20577"/>
          <ac:spMkLst>
            <pc:docMk/>
            <pc:sldMk cId="3953508089" sldId="278"/>
            <ac:spMk id="5" creationId="{453CFD82-3CC1-FBA8-3649-F472F9A393E2}"/>
          </ac:spMkLst>
        </pc:spChg>
        <pc:spChg chg="mod">
          <ac:chgData name="HTET HTET WIN" userId="S::2503079b@student.tp.edu.sg::822841e5-e1eb-4f5e-8a89-a10e15946c72" providerId="AD" clId="Web-{09D45EA7-DD26-66BF-8B57-47C4F43B5408}" dt="2026-07-24T06:37:15.643" v="308" actId="20577"/>
          <ac:spMkLst>
            <pc:docMk/>
            <pc:sldMk cId="3953508089" sldId="278"/>
            <ac:spMk id="6" creationId="{333EC548-5BFF-3685-E8D9-A07E91DF706A}"/>
          </ac:spMkLst>
        </pc:spChg>
        <pc:spChg chg="mod">
          <ac:chgData name="HTET HTET WIN" userId="S::2503079b@student.tp.edu.sg::822841e5-e1eb-4f5e-8a89-a10e15946c72" providerId="AD" clId="Web-{09D45EA7-DD26-66BF-8B57-47C4F43B5408}" dt="2026-07-24T06:36:26.827" v="299" actId="20577"/>
          <ac:spMkLst>
            <pc:docMk/>
            <pc:sldMk cId="3953508089" sldId="278"/>
            <ac:spMk id="7" creationId="{EA7D0A73-249E-0FF3-AB17-55128AD5ACF0}"/>
          </ac:spMkLst>
        </pc:spChg>
        <pc:spChg chg="mod">
          <ac:chgData name="HTET HTET WIN" userId="S::2503079b@student.tp.edu.sg::822841e5-e1eb-4f5e-8a89-a10e15946c72" providerId="AD" clId="Web-{09D45EA7-DD26-66BF-8B57-47C4F43B5408}" dt="2026-07-24T06:36:36.468" v="301" actId="20577"/>
          <ac:spMkLst>
            <pc:docMk/>
            <pc:sldMk cId="3953508089" sldId="278"/>
            <ac:spMk id="10" creationId="{E8D82795-BB23-28B9-7D86-51029A943F22}"/>
          </ac:spMkLst>
        </pc:spChg>
        <pc:spChg chg="mod">
          <ac:chgData name="HTET HTET WIN" userId="S::2503079b@student.tp.edu.sg::822841e5-e1eb-4f5e-8a89-a10e15946c72" providerId="AD" clId="Web-{09D45EA7-DD26-66BF-8B57-47C4F43B5408}" dt="2026-07-24T06:36:49.860" v="304" actId="20577"/>
          <ac:spMkLst>
            <pc:docMk/>
            <pc:sldMk cId="3953508089" sldId="278"/>
            <ac:spMk id="11" creationId="{4ACC55DA-5173-8957-E07E-A669BA696975}"/>
          </ac:spMkLst>
        </pc:spChg>
        <pc:spChg chg="mod">
          <ac:chgData name="HTET HTET WIN" userId="S::2503079b@student.tp.edu.sg::822841e5-e1eb-4f5e-8a89-a10e15946c72" providerId="AD" clId="Web-{09D45EA7-DD26-66BF-8B57-47C4F43B5408}" dt="2026-07-24T06:37:02.001" v="306" actId="20577"/>
          <ac:spMkLst>
            <pc:docMk/>
            <pc:sldMk cId="3953508089" sldId="278"/>
            <ac:spMk id="13" creationId="{3F5CA024-9516-2C95-6185-9850DACBC6AC}"/>
          </ac:spMkLst>
        </pc:spChg>
        <pc:picChg chg="mod">
          <ac:chgData name="HTET HTET WIN" userId="S::2503079b@student.tp.edu.sg::822841e5-e1eb-4f5e-8a89-a10e15946c72" providerId="AD" clId="Web-{09D45EA7-DD26-66BF-8B57-47C4F43B5408}" dt="2026-07-24T06:36:49.282" v="303" actId="1076"/>
          <ac:picMkLst>
            <pc:docMk/>
            <pc:sldMk cId="3953508089" sldId="278"/>
            <ac:picMk id="16" creationId="{66F414A2-A085-F935-C4A8-AC68D07AB763}"/>
          </ac:picMkLst>
        </pc:picChg>
      </pc:sldChg>
      <pc:sldChg chg="add del replId">
        <pc:chgData name="HTET HTET WIN" userId="S::2503079b@student.tp.edu.sg::822841e5-e1eb-4f5e-8a89-a10e15946c72" providerId="AD" clId="Web-{09D45EA7-DD26-66BF-8B57-47C4F43B5408}" dt="2026-07-24T06:33:05.766" v="228"/>
        <pc:sldMkLst>
          <pc:docMk/>
          <pc:sldMk cId="576057623" sldId="279"/>
        </pc:sldMkLst>
      </pc:sldChg>
      <pc:sldChg chg="modSp add replId">
        <pc:chgData name="HTET HTET WIN" userId="S::2503079b@student.tp.edu.sg::822841e5-e1eb-4f5e-8a89-a10e15946c72" providerId="AD" clId="Web-{09D45EA7-DD26-66BF-8B57-47C4F43B5408}" dt="2026-07-24T06:38:59.508" v="342" actId="20577"/>
        <pc:sldMkLst>
          <pc:docMk/>
          <pc:sldMk cId="1006683594" sldId="279"/>
        </pc:sldMkLst>
        <pc:spChg chg="mod">
          <ac:chgData name="HTET HTET WIN" userId="S::2503079b@student.tp.edu.sg::822841e5-e1eb-4f5e-8a89-a10e15946c72" providerId="AD" clId="Web-{09D45EA7-DD26-66BF-8B57-47C4F43B5408}" dt="2026-07-24T06:37:46.332" v="329" actId="20577"/>
          <ac:spMkLst>
            <pc:docMk/>
            <pc:sldMk cId="1006683594" sldId="279"/>
            <ac:spMk id="2" creationId="{341DC6A1-791C-8CB8-FF58-1B746C0D6FBF}"/>
          </ac:spMkLst>
        </pc:spChg>
        <pc:spChg chg="mod">
          <ac:chgData name="HTET HTET WIN" userId="S::2503079b@student.tp.edu.sg::822841e5-e1eb-4f5e-8a89-a10e15946c72" providerId="AD" clId="Web-{09D45EA7-DD26-66BF-8B57-47C4F43B5408}" dt="2026-07-24T06:38:59.508" v="342" actId="20577"/>
          <ac:spMkLst>
            <pc:docMk/>
            <pc:sldMk cId="1006683594" sldId="279"/>
            <ac:spMk id="5" creationId="{3ED11C80-3453-0F24-E9D3-ABD3BD774E66}"/>
          </ac:spMkLst>
        </pc:spChg>
        <pc:spChg chg="mod">
          <ac:chgData name="HTET HTET WIN" userId="S::2503079b@student.tp.edu.sg::822841e5-e1eb-4f5e-8a89-a10e15946c72" providerId="AD" clId="Web-{09D45EA7-DD26-66BF-8B57-47C4F43B5408}" dt="2026-07-24T06:38:56.695" v="339" actId="20577"/>
          <ac:spMkLst>
            <pc:docMk/>
            <pc:sldMk cId="1006683594" sldId="279"/>
            <ac:spMk id="6" creationId="{20231651-F300-4A0F-489C-FA45AAD77804}"/>
          </ac:spMkLst>
        </pc:spChg>
        <pc:spChg chg="mod">
          <ac:chgData name="HTET HTET WIN" userId="S::2503079b@student.tp.edu.sg::822841e5-e1eb-4f5e-8a89-a10e15946c72" providerId="AD" clId="Web-{09D45EA7-DD26-66BF-8B57-47C4F43B5408}" dt="2026-07-24T06:37:59.630" v="330" actId="20577"/>
          <ac:spMkLst>
            <pc:docMk/>
            <pc:sldMk cId="1006683594" sldId="279"/>
            <ac:spMk id="7" creationId="{9FE5542E-C456-030A-24BB-8F01BD8859B4}"/>
          </ac:spMkLst>
        </pc:spChg>
        <pc:spChg chg="mod">
          <ac:chgData name="HTET HTET WIN" userId="S::2503079b@student.tp.edu.sg::822841e5-e1eb-4f5e-8a89-a10e15946c72" providerId="AD" clId="Web-{09D45EA7-DD26-66BF-8B57-47C4F43B5408}" dt="2026-07-24T06:38:09.396" v="332" actId="20577"/>
          <ac:spMkLst>
            <pc:docMk/>
            <pc:sldMk cId="1006683594" sldId="279"/>
            <ac:spMk id="10" creationId="{E91E61B3-C210-9EFB-CEDD-550E6983B3F2}"/>
          </ac:spMkLst>
        </pc:spChg>
        <pc:spChg chg="mod">
          <ac:chgData name="HTET HTET WIN" userId="S::2503079b@student.tp.edu.sg::822841e5-e1eb-4f5e-8a89-a10e15946c72" providerId="AD" clId="Web-{09D45EA7-DD26-66BF-8B57-47C4F43B5408}" dt="2026-07-24T06:38:24.209" v="333" actId="20577"/>
          <ac:spMkLst>
            <pc:docMk/>
            <pc:sldMk cId="1006683594" sldId="279"/>
            <ac:spMk id="11" creationId="{1598184C-B097-49E6-BB1C-34B341C47181}"/>
          </ac:spMkLst>
        </pc:spChg>
        <pc:spChg chg="mod">
          <ac:chgData name="HTET HTET WIN" userId="S::2503079b@student.tp.edu.sg::822841e5-e1eb-4f5e-8a89-a10e15946c72" providerId="AD" clId="Web-{09D45EA7-DD26-66BF-8B57-47C4F43B5408}" dt="2026-07-24T06:38:35.569" v="336" actId="20577"/>
          <ac:spMkLst>
            <pc:docMk/>
            <pc:sldMk cId="1006683594" sldId="279"/>
            <ac:spMk id="13" creationId="{687FF49A-3FE6-FC43-CD00-1498E6861291}"/>
          </ac:spMkLst>
        </pc:spChg>
      </pc:sldChg>
      <pc:sldChg chg="add del replId">
        <pc:chgData name="HTET HTET WIN" userId="S::2503079b@student.tp.edu.sg::822841e5-e1eb-4f5e-8a89-a10e15946c72" providerId="AD" clId="Web-{09D45EA7-DD26-66BF-8B57-47C4F43B5408}" dt="2026-07-24T06:33:04.969" v="227"/>
        <pc:sldMkLst>
          <pc:docMk/>
          <pc:sldMk cId="1951462327" sldId="280"/>
        </pc:sldMkLst>
      </pc:sldChg>
      <pc:sldChg chg="modSp add replId">
        <pc:chgData name="HTET HTET WIN" userId="S::2503079b@student.tp.edu.sg::822841e5-e1eb-4f5e-8a89-a10e15946c72" providerId="AD" clId="Web-{09D45EA7-DD26-66BF-8B57-47C4F43B5408}" dt="2026-07-24T06:46:06.753" v="480" actId="20577"/>
        <pc:sldMkLst>
          <pc:docMk/>
          <pc:sldMk cId="2444561029" sldId="280"/>
        </pc:sldMkLst>
        <pc:spChg chg="mod">
          <ac:chgData name="HTET HTET WIN" userId="S::2503079b@student.tp.edu.sg::822841e5-e1eb-4f5e-8a89-a10e15946c72" providerId="AD" clId="Web-{09D45EA7-DD26-66BF-8B57-47C4F43B5408}" dt="2026-07-24T06:39:40.744" v="390" actId="20577"/>
          <ac:spMkLst>
            <pc:docMk/>
            <pc:sldMk cId="2444561029" sldId="280"/>
            <ac:spMk id="2" creationId="{E403BE88-9F96-871E-D23D-27F19F1423AE}"/>
          </ac:spMkLst>
        </pc:spChg>
        <pc:spChg chg="mod">
          <ac:chgData name="HTET HTET WIN" userId="S::2503079b@student.tp.edu.sg::822841e5-e1eb-4f5e-8a89-a10e15946c72" providerId="AD" clId="Web-{09D45EA7-DD26-66BF-8B57-47C4F43B5408}" dt="2026-07-24T06:46:06.753" v="480" actId="20577"/>
          <ac:spMkLst>
            <pc:docMk/>
            <pc:sldMk cId="2444561029" sldId="280"/>
            <ac:spMk id="5" creationId="{9A71CB9B-C624-671C-630D-4852AA5F4FCD}"/>
          </ac:spMkLst>
        </pc:spChg>
        <pc:spChg chg="mod">
          <ac:chgData name="HTET HTET WIN" userId="S::2503079b@student.tp.edu.sg::822841e5-e1eb-4f5e-8a89-a10e15946c72" providerId="AD" clId="Web-{09D45EA7-DD26-66BF-8B57-47C4F43B5408}" dt="2026-07-24T06:40:00.589" v="393" actId="20577"/>
          <ac:spMkLst>
            <pc:docMk/>
            <pc:sldMk cId="2444561029" sldId="280"/>
            <ac:spMk id="6" creationId="{6B0C99AF-0639-9907-0081-A94910081787}"/>
          </ac:spMkLst>
        </pc:spChg>
        <pc:spChg chg="mod">
          <ac:chgData name="HTET HTET WIN" userId="S::2503079b@student.tp.edu.sg::822841e5-e1eb-4f5e-8a89-a10e15946c72" providerId="AD" clId="Web-{09D45EA7-DD26-66BF-8B57-47C4F43B5408}" dt="2026-07-24T06:39:50.729" v="392" actId="20577"/>
          <ac:spMkLst>
            <pc:docMk/>
            <pc:sldMk cId="2444561029" sldId="280"/>
            <ac:spMk id="7" creationId="{67AC433B-348C-926F-2FC4-758E3CB5CD07}"/>
          </ac:spMkLst>
        </pc:spChg>
        <pc:spChg chg="mod">
          <ac:chgData name="HTET HTET WIN" userId="S::2503079b@student.tp.edu.sg::822841e5-e1eb-4f5e-8a89-a10e15946c72" providerId="AD" clId="Web-{09D45EA7-DD26-66BF-8B57-47C4F43B5408}" dt="2026-07-24T06:40:09.417" v="394" actId="20577"/>
          <ac:spMkLst>
            <pc:docMk/>
            <pc:sldMk cId="2444561029" sldId="280"/>
            <ac:spMk id="10" creationId="{79762D4C-37CB-3E6F-D3CC-FBD147C67415}"/>
          </ac:spMkLst>
        </pc:spChg>
        <pc:spChg chg="mod">
          <ac:chgData name="HTET HTET WIN" userId="S::2503079b@student.tp.edu.sg::822841e5-e1eb-4f5e-8a89-a10e15946c72" providerId="AD" clId="Web-{09D45EA7-DD26-66BF-8B57-47C4F43B5408}" dt="2026-07-24T06:40:37.215" v="397" actId="20577"/>
          <ac:spMkLst>
            <pc:docMk/>
            <pc:sldMk cId="2444561029" sldId="280"/>
            <ac:spMk id="11" creationId="{A72DEE4D-5B40-DFAE-02C8-ED87A4ECE608}"/>
          </ac:spMkLst>
        </pc:spChg>
        <pc:spChg chg="mod">
          <ac:chgData name="HTET HTET WIN" userId="S::2503079b@student.tp.edu.sg::822841e5-e1eb-4f5e-8a89-a10e15946c72" providerId="AD" clId="Web-{09D45EA7-DD26-66BF-8B57-47C4F43B5408}" dt="2026-07-24T06:40:40.731" v="399" actId="20577"/>
          <ac:spMkLst>
            <pc:docMk/>
            <pc:sldMk cId="2444561029" sldId="280"/>
            <ac:spMk id="13" creationId="{EDF18EE1-108F-8A28-92D1-200D3D01197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E2FE0A-F0DC-4B9E-A330-F5C5E76537FF}" type="datetimeFigureOut">
              <a:rPr lang="en-SG" smtClean="0"/>
              <a:t>24/7/2026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B2DDB4-9EF8-4844-BADB-5D1923DB99A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66529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B2DDB4-9EF8-4844-BADB-5D1923DB99AC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04394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B2DDB4-9EF8-4844-BADB-5D1923DB99AC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576643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B2DDB4-9EF8-4844-BADB-5D1923DB99AC}" type="slidenum">
              <a:rPr lang="en-SG" smtClean="0"/>
              <a:t>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332897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B2DDB4-9EF8-4844-BADB-5D1923DB99AC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181528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B2DDB4-9EF8-4844-BADB-5D1923DB99AC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33427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B2DDB4-9EF8-4844-BADB-5D1923DB99AC}" type="slidenum">
              <a:rPr lang="en-SG" smtClean="0"/>
              <a:t>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007420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B2DDB4-9EF8-4844-BADB-5D1923DB99AC}" type="slidenum">
              <a:rPr lang="en-SG" smtClean="0"/>
              <a:t>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724372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B2DDB4-9EF8-4844-BADB-5D1923DB99AC}" type="slidenum">
              <a:rPr lang="en-SG" smtClean="0"/>
              <a:t>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209631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B2DDB4-9EF8-4844-BADB-5D1923DB99AC}" type="slidenum">
              <a:rPr lang="en-SG" smtClean="0"/>
              <a:t>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859222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B2DDB4-9EF8-4844-BADB-5D1923DB99AC}" type="slidenum">
              <a:rPr lang="en-SG" smtClean="0"/>
              <a:t>10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879224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B2DDB4-9EF8-4844-BADB-5D1923DB99AC}" type="slidenum">
              <a:rPr lang="en-SG" smtClean="0"/>
              <a:t>11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67569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FAD6-AD5D-439A-AC62-5548639FF368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A3CD-4265-4119-AB45-09DCF0AFA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75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FAD6-AD5D-439A-AC62-5548639FF368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A3CD-4265-4119-AB45-09DCF0AFA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276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FAD6-AD5D-439A-AC62-5548639FF368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A3CD-4265-4119-AB45-09DCF0AFA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901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FAD6-AD5D-439A-AC62-5548639FF368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A3CD-4265-4119-AB45-09DCF0AFA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048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FAD6-AD5D-439A-AC62-5548639FF368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A3CD-4265-4119-AB45-09DCF0AFA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8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FAD6-AD5D-439A-AC62-5548639FF368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A3CD-4265-4119-AB45-09DCF0AFA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350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FAD6-AD5D-439A-AC62-5548639FF368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A3CD-4265-4119-AB45-09DCF0AFA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636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FAD6-AD5D-439A-AC62-5548639FF368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A3CD-4265-4119-AB45-09DCF0AFA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735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FAD6-AD5D-439A-AC62-5548639FF368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A3CD-4265-4119-AB45-09DCF0AFA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098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FAD6-AD5D-439A-AC62-5548639FF368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A3CD-4265-4119-AB45-09DCF0AFA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924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FAD6-AD5D-439A-AC62-5548639FF368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A3CD-4265-4119-AB45-09DCF0AFA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166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4AFAD6-AD5D-439A-AC62-5548639FF368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21A3CD-4265-4119-AB45-09DCF0AFA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953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C37F3-8DB6-8352-B26D-764734712D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/>
              <a:t>Project Title - </a:t>
            </a:r>
            <a:r>
              <a:rPr lang="en-US" sz="4800">
                <a:ea typeface="+mj-lt"/>
                <a:cs typeface="+mj-lt"/>
              </a:rPr>
              <a:t>Learn Smarter — AI-Powered Personalized Education</a:t>
            </a:r>
            <a:endParaRPr lang="en-US" sz="48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FB8817-9811-7DC6-FF92-DDA72CB6E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/>
              <a:t>Team Members: Yi Chen, Joshua, Grishm, Aung Phyo Paing, Ei </a:t>
            </a:r>
            <a:r>
              <a:rPr lang="en-US" err="1"/>
              <a:t>Ei</a:t>
            </a:r>
            <a:r>
              <a:rPr lang="en-US"/>
              <a:t> San, Htet </a:t>
            </a:r>
            <a:r>
              <a:rPr lang="en-US" err="1"/>
              <a:t>Htet</a:t>
            </a:r>
            <a:r>
              <a:rPr lang="en-US"/>
              <a:t> Win (2503079B)</a:t>
            </a:r>
          </a:p>
        </p:txBody>
      </p:sp>
    </p:spTree>
    <p:extLst>
      <p:ext uri="{BB962C8B-B14F-4D97-AF65-F5344CB8AC3E}">
        <p14:creationId xmlns:p14="http://schemas.microsoft.com/office/powerpoint/2010/main" val="640951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6DA53-267D-FB63-743D-E05F667F2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5464" y="340112"/>
            <a:ext cx="8978051" cy="1370012"/>
          </a:xfrm>
        </p:spPr>
        <p:txBody>
          <a:bodyPr anchor="b">
            <a:normAutofit/>
          </a:bodyPr>
          <a:lstStyle/>
          <a:p>
            <a:pPr algn="ctr"/>
            <a:r>
              <a:rPr lang="en-US" sz="4000"/>
              <a:t>Stage 1 – Empathy </a:t>
            </a:r>
            <a:br>
              <a:rPr lang="en-US" sz="4000"/>
            </a:br>
            <a:r>
              <a:rPr lang="en-US" sz="4000"/>
              <a:t> Design Challenge – Learning with AI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CEB15D-6450-1E01-0B1F-B47661E52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878" y="1599520"/>
            <a:ext cx="8459560" cy="20478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1E1201-79CB-7E3E-C6BF-BCECFE0D68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52636"/>
            <a:ext cx="12192000" cy="267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905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2B06E-FB58-F1F1-3514-62087DE2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111" y="116636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/>
              <a:t>Stage 1 – Empathy - Empathy Map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EBBF8E4-9A9A-6E8F-58A0-2B38918DD2E9}"/>
              </a:ext>
            </a:extLst>
          </p:cNvPr>
          <p:cNvGrpSpPr/>
          <p:nvPr/>
        </p:nvGrpSpPr>
        <p:grpSpPr>
          <a:xfrm>
            <a:off x="873558" y="951437"/>
            <a:ext cx="10069683" cy="4947547"/>
            <a:chOff x="2582907" y="2226935"/>
            <a:chExt cx="7132973" cy="269592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2E03BCE-A88E-F6E9-1386-A803B1B2D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82907" y="2226935"/>
              <a:ext cx="7057143" cy="2647619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3974FDE-0AC9-0680-B2C0-4AE8FEF21BEA}"/>
                </a:ext>
              </a:extLst>
            </p:cNvPr>
            <p:cNvSpPr/>
            <p:nvPr/>
          </p:nvSpPr>
          <p:spPr>
            <a:xfrm>
              <a:off x="3707491" y="2226935"/>
              <a:ext cx="988142" cy="1168952"/>
            </a:xfrm>
            <a:prstGeom prst="rect">
              <a:avLst/>
            </a:prstGeom>
            <a:solidFill>
              <a:srgbClr val="F9F9F9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G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27F6E9E-3D37-2DF9-AE78-BB3300B080B0}"/>
                </a:ext>
              </a:extLst>
            </p:cNvPr>
            <p:cNvSpPr/>
            <p:nvPr/>
          </p:nvSpPr>
          <p:spPr>
            <a:xfrm>
              <a:off x="2789694" y="2433196"/>
              <a:ext cx="3188643" cy="3564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813816">
                <a:spcBef>
                  <a:spcPts val="1068"/>
                </a:spcBef>
                <a:defRPr/>
              </a:pPr>
              <a:r>
                <a:rPr lang="en-SG" sz="1602" b="1" kern="0">
                  <a:latin typeface="Calibri" panose="020F0502020204030204"/>
                  <a:ea typeface="+mn-ea"/>
                  <a:cs typeface="+mn-cs"/>
                </a:rPr>
                <a:t>What did the user SAY?</a:t>
              </a:r>
            </a:p>
            <a:p>
              <a:pPr marL="285750" marR="0" lvl="0" indent="-2857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B405CE2-EB50-9CF2-2E9F-D99D18622B63}"/>
                </a:ext>
              </a:extLst>
            </p:cNvPr>
            <p:cNvSpPr/>
            <p:nvPr/>
          </p:nvSpPr>
          <p:spPr>
            <a:xfrm>
              <a:off x="3869723" y="3685393"/>
              <a:ext cx="825910" cy="1168952"/>
            </a:xfrm>
            <a:prstGeom prst="rect">
              <a:avLst/>
            </a:prstGeom>
            <a:solidFill>
              <a:srgbClr val="F9F9F9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G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6418415-4F01-2E83-BD9D-A4497004DE0B}"/>
                </a:ext>
              </a:extLst>
            </p:cNvPr>
            <p:cNvSpPr/>
            <p:nvPr/>
          </p:nvSpPr>
          <p:spPr>
            <a:xfrm>
              <a:off x="7625041" y="2226935"/>
              <a:ext cx="825910" cy="1168952"/>
            </a:xfrm>
            <a:prstGeom prst="rect">
              <a:avLst/>
            </a:prstGeom>
            <a:solidFill>
              <a:srgbClr val="F9F9F9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G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E9B256-AA7C-15D9-F4CA-82CA80EE998B}"/>
                </a:ext>
              </a:extLst>
            </p:cNvPr>
            <p:cNvSpPr/>
            <p:nvPr/>
          </p:nvSpPr>
          <p:spPr>
            <a:xfrm>
              <a:off x="6527238" y="2449141"/>
              <a:ext cx="3188642" cy="40589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813816">
                <a:spcAft>
                  <a:spcPts val="600"/>
                </a:spcAft>
                <a:defRPr/>
              </a:pPr>
              <a:r>
                <a:rPr lang="en-SG" sz="1602" b="1" kern="0">
                  <a:latin typeface="Calibri" panose="020F0502020204030204"/>
                  <a:ea typeface="+mn-ea"/>
                  <a:cs typeface="+mn-cs"/>
                </a:rPr>
                <a:t>What did the user DO?</a:t>
              </a:r>
            </a:p>
            <a:p>
              <a:pPr marL="285750" marR="0" lvl="0" indent="-2857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74FF6A0-8728-2196-FCC2-61B6620639BE}"/>
                </a:ext>
              </a:extLst>
            </p:cNvPr>
            <p:cNvSpPr/>
            <p:nvPr/>
          </p:nvSpPr>
          <p:spPr>
            <a:xfrm>
              <a:off x="2789694" y="3696441"/>
              <a:ext cx="3029896" cy="3564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813816">
                <a:spcBef>
                  <a:spcPts val="534"/>
                </a:spcBef>
                <a:defRPr/>
              </a:pPr>
              <a:r>
                <a:rPr lang="en-SG" sz="1602" b="1" kern="0">
                  <a:latin typeface="Calibri" panose="020F0502020204030204"/>
                  <a:ea typeface="+mn-ea"/>
                  <a:cs typeface="+mn-cs"/>
                </a:rPr>
                <a:t>What did the user THINK </a:t>
              </a:r>
            </a:p>
            <a:p>
              <a:pPr marL="285750" marR="0" lvl="0" indent="-2857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BD08930-7412-DBA2-E6DC-DE2B6BA4267C}"/>
                </a:ext>
              </a:extLst>
            </p:cNvPr>
            <p:cNvSpPr/>
            <p:nvPr/>
          </p:nvSpPr>
          <p:spPr>
            <a:xfrm>
              <a:off x="7555913" y="3753905"/>
              <a:ext cx="825910" cy="1168952"/>
            </a:xfrm>
            <a:prstGeom prst="rect">
              <a:avLst/>
            </a:prstGeom>
            <a:solidFill>
              <a:srgbClr val="F9F9F9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G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C203CB-D458-74B5-AC4A-C46EB68A648A}"/>
                </a:ext>
              </a:extLst>
            </p:cNvPr>
            <p:cNvSpPr/>
            <p:nvPr/>
          </p:nvSpPr>
          <p:spPr>
            <a:xfrm>
              <a:off x="6527238" y="3696191"/>
              <a:ext cx="2443079" cy="395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813816">
                <a:spcBef>
                  <a:spcPts val="534"/>
                </a:spcBef>
                <a:defRPr/>
              </a:pPr>
              <a:r>
                <a:rPr lang="en-SG" sz="1602" b="1" kern="0">
                  <a:latin typeface="Calibri" panose="020F0502020204030204"/>
                  <a:ea typeface="+mn-ea"/>
                  <a:cs typeface="+mn-cs"/>
                </a:rPr>
                <a:t>How did the user FEEL?</a:t>
              </a:r>
              <a:br>
                <a:rPr lang="en-SG" sz="1602" b="1" kern="0">
                  <a:latin typeface="Calibri" panose="020F0502020204030204"/>
                  <a:ea typeface="+mn-ea"/>
                  <a:cs typeface="+mn-cs"/>
                </a:rPr>
              </a:br>
              <a:endParaRPr kumimoji="0" lang="en-SG" sz="18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endParaRP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006B2BE8-F67F-E162-A810-BA0600933B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838" y="1577295"/>
            <a:ext cx="4879068" cy="184558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BC3199E-D02B-E9DD-3A00-7C8AD56EF1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942" y="1715181"/>
            <a:ext cx="4550229" cy="172946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166E4EB-FFE6-EBAF-F7FA-A07F762750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157" y="3900033"/>
            <a:ext cx="5359400" cy="143101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13D2BB7-C64F-E141-E3E7-F1DF17E383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7929" y="4045176"/>
            <a:ext cx="4757058" cy="128587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2F44017-B220-B46D-ADCD-9150774BD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7055" y="5333547"/>
            <a:ext cx="8983890" cy="1423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455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F9F09C-F2E4-A72E-73B7-CEBE47B88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682F2-EF3E-FBEA-0BE6-AA35B522D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r>
              <a:rPr lang="en-US" sz="4000"/>
              <a:t>Stage 1 – Empathy -  Develop Insight</a:t>
            </a:r>
            <a:br>
              <a:rPr lang="en-US" sz="4000"/>
            </a:br>
            <a:r>
              <a:rPr lang="en-US" sz="4000"/>
              <a:t>Students Want More Than Fast Answers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6898315-9E74-86F9-C755-E312EE6CBA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386400"/>
              </p:ext>
            </p:extLst>
          </p:nvPr>
        </p:nvGraphicFramePr>
        <p:xfrm>
          <a:off x="1373051" y="1716605"/>
          <a:ext cx="7833910" cy="309150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916955">
                  <a:extLst>
                    <a:ext uri="{9D8B030D-6E8A-4147-A177-3AD203B41FA5}">
                      <a16:colId xmlns:a16="http://schemas.microsoft.com/office/drawing/2014/main" val="3315864110"/>
                    </a:ext>
                  </a:extLst>
                </a:gridCol>
                <a:gridCol w="3916955">
                  <a:extLst>
                    <a:ext uri="{9D8B030D-6E8A-4147-A177-3AD203B41FA5}">
                      <a16:colId xmlns:a16="http://schemas.microsoft.com/office/drawing/2014/main" val="2523132124"/>
                    </a:ext>
                  </a:extLst>
                </a:gridCol>
              </a:tblGrid>
              <a:tr h="154575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SPEED ≠ UNDERSTANDING 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Students finish later</a:t>
                      </a:r>
                      <a:endParaRPr lang="en-US"/>
                    </a:p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ONE STYLE DOES NOT FIT ALL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Needs change based on subject and urgency.</a:t>
                      </a:r>
                      <a:endParaRPr lang="en-US"/>
                    </a:p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5998974"/>
                  </a:ext>
                </a:extLst>
              </a:tr>
              <a:tr h="154575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COURSE ALIGNMENT = TRUST 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Students trust answers that match their lessons</a:t>
                      </a:r>
                      <a:endParaRPr lang="en-US"/>
                    </a:p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AI SHOULD REMEMBER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Students want progress and weaknesses tracked.</a:t>
                      </a:r>
                      <a:endParaRPr lang="en-US"/>
                    </a:p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179426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FC7B4BD8-7882-38CD-7F26-423CFE040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028" y="5048155"/>
            <a:ext cx="9666515" cy="114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290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FBA439-82BA-A0A2-EB85-4E1651E23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D183C-F5C2-0F87-0B01-693A8C744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/>
              <a:t>Stage 2 - Define (POV Statement)</a:t>
            </a:r>
          </a:p>
        </p:txBody>
      </p:sp>
      <p:grpSp>
        <p:nvGrpSpPr>
          <p:cNvPr id="4" name="Group 7">
            <a:extLst>
              <a:ext uri="{FF2B5EF4-FFF2-40B4-BE49-F238E27FC236}">
                <a16:creationId xmlns:a16="http://schemas.microsoft.com/office/drawing/2014/main" id="{867B90E1-1923-9008-0BCB-9990E707BDA0}"/>
              </a:ext>
            </a:extLst>
          </p:cNvPr>
          <p:cNvGrpSpPr>
            <a:grpSpLocks/>
          </p:cNvGrpSpPr>
          <p:nvPr/>
        </p:nvGrpSpPr>
        <p:grpSpPr bwMode="auto">
          <a:xfrm>
            <a:off x="2633996" y="3448385"/>
            <a:ext cx="6275990" cy="100694"/>
            <a:chOff x="0" y="0"/>
            <a:chExt cx="8946" cy="40"/>
          </a:xfrm>
        </p:grpSpPr>
        <p:sp>
          <p:nvSpPr>
            <p:cNvPr id="5" name="Line 8">
              <a:extLst>
                <a:ext uri="{FF2B5EF4-FFF2-40B4-BE49-F238E27FC236}">
                  <a16:creationId xmlns:a16="http://schemas.microsoft.com/office/drawing/2014/main" id="{11E411EF-3C5F-6DD6-585B-7E50947F3A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" y="20"/>
              <a:ext cx="8906" cy="0"/>
            </a:xfrm>
            <a:prstGeom prst="line">
              <a:avLst/>
            </a:prstGeom>
            <a:noFill/>
            <a:ln w="25400">
              <a:solidFill>
                <a:srgbClr val="231F2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/>
            </a:p>
          </p:txBody>
        </p:sp>
      </p:grpSp>
      <p:sp>
        <p:nvSpPr>
          <p:cNvPr id="6" name="Line 2">
            <a:extLst>
              <a:ext uri="{FF2B5EF4-FFF2-40B4-BE49-F238E27FC236}">
                <a16:creationId xmlns:a16="http://schemas.microsoft.com/office/drawing/2014/main" id="{47CCD745-A15A-0B9A-1917-AD234803AEA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9437" y="5370398"/>
            <a:ext cx="5260499" cy="0"/>
          </a:xfrm>
          <a:prstGeom prst="line">
            <a:avLst/>
          </a:prstGeom>
          <a:noFill/>
          <a:ln w="25400">
            <a:solidFill>
              <a:srgbClr val="231F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/>
          </a:p>
        </p:txBody>
      </p:sp>
      <p:sp>
        <p:nvSpPr>
          <p:cNvPr id="7" name="Line 1">
            <a:extLst>
              <a:ext uri="{FF2B5EF4-FFF2-40B4-BE49-F238E27FC236}">
                <a16:creationId xmlns:a16="http://schemas.microsoft.com/office/drawing/2014/main" id="{6C033E27-0815-F972-EB19-D3F9B6E6B0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12797" y="2605096"/>
            <a:ext cx="5781946" cy="21771"/>
          </a:xfrm>
          <a:prstGeom prst="line">
            <a:avLst/>
          </a:prstGeom>
          <a:noFill/>
          <a:ln w="25400">
            <a:solidFill>
              <a:srgbClr val="231F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8AAB9048-AC99-7AD2-FE5A-73BF17436C1E}"/>
              </a:ext>
            </a:extLst>
          </p:cNvPr>
          <p:cNvGrpSpPr>
            <a:grpSpLocks/>
          </p:cNvGrpSpPr>
          <p:nvPr/>
        </p:nvGrpSpPr>
        <p:grpSpPr bwMode="auto">
          <a:xfrm>
            <a:off x="1196237" y="2024669"/>
            <a:ext cx="352425" cy="763588"/>
            <a:chOff x="13182" y="-1071"/>
            <a:chExt cx="556" cy="1203"/>
          </a:xfrm>
        </p:grpSpPr>
        <p:pic>
          <p:nvPicPr>
            <p:cNvPr id="11" name="Picture 6">
              <a:extLst>
                <a:ext uri="{FF2B5EF4-FFF2-40B4-BE49-F238E27FC236}">
                  <a16:creationId xmlns:a16="http://schemas.microsoft.com/office/drawing/2014/main" id="{C2B2374F-D47C-6A15-CCD5-34D607933DB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87" y="-1071"/>
              <a:ext cx="394" cy="3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5">
              <a:extLst>
                <a:ext uri="{FF2B5EF4-FFF2-40B4-BE49-F238E27FC236}">
                  <a16:creationId xmlns:a16="http://schemas.microsoft.com/office/drawing/2014/main" id="{F44A7135-AEE2-BB6A-4FDB-6398A4AB84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82" y="-735"/>
              <a:ext cx="556" cy="8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" name="Rectangle 12">
            <a:extLst>
              <a:ext uri="{FF2B5EF4-FFF2-40B4-BE49-F238E27FC236}">
                <a16:creationId xmlns:a16="http://schemas.microsoft.com/office/drawing/2014/main" id="{FB713F59-0DE0-7612-6654-811C70793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0849" y="3453865"/>
            <a:ext cx="1417376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756525" algn="l"/>
                <a:tab pos="8110538" algn="l"/>
                <a:tab pos="9324975" algn="l"/>
                <a:tab pos="9677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756525" algn="l"/>
                <a:tab pos="8110538" algn="l"/>
                <a:tab pos="9324975" algn="l"/>
                <a:tab pos="9677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7756525" algn="l"/>
                <a:tab pos="8110538" algn="l"/>
                <a:tab pos="9324975" algn="l"/>
                <a:tab pos="9677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7756525" algn="l"/>
                <a:tab pos="8110538" algn="l"/>
                <a:tab pos="9324975" algn="l"/>
                <a:tab pos="9677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7756525" algn="l"/>
                <a:tab pos="8110538" algn="l"/>
                <a:tab pos="9324975" algn="l"/>
                <a:tab pos="9677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tabLst>
                <a:tab pos="7756525" algn="l"/>
                <a:tab pos="8110538" algn="l"/>
                <a:tab pos="9324975" algn="l"/>
                <a:tab pos="9677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tabLst>
                <a:tab pos="7756525" algn="l"/>
                <a:tab pos="8110538" algn="l"/>
                <a:tab pos="9324975" algn="l"/>
                <a:tab pos="9677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tabLst>
                <a:tab pos="7756525" algn="l"/>
                <a:tab pos="8110538" algn="l"/>
                <a:tab pos="9324975" algn="l"/>
                <a:tab pos="9677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tabLst>
                <a:tab pos="7756525" algn="l"/>
                <a:tab pos="8110538" algn="l"/>
                <a:tab pos="9324975" algn="l"/>
                <a:tab pos="9677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 b="1">
                <a:ea typeface="Calibri" panose="020F0502020204030204" pitchFamily="34" charset="0"/>
              </a:rPr>
              <a:t>user’s need</a:t>
            </a:r>
            <a:endParaRPr lang="en-US" altLang="en-US" sz="1400">
              <a:ea typeface="Calibri" panose="020F0502020204030204" pitchFamily="34" charset="0"/>
            </a:endParaRPr>
          </a:p>
          <a:p>
            <a:endParaRPr lang="en-US" altLang="en-US">
              <a:ea typeface="Calibri" panose="020F0502020204030204" pitchFamily="34" charset="0"/>
            </a:endParaRPr>
          </a:p>
          <a:p>
            <a:br>
              <a:rPr lang="en-US" altLang="en-US" sz="1400">
                <a:ea typeface="Calibri" panose="020F0502020204030204" pitchFamily="34" charset="0"/>
              </a:rPr>
            </a:br>
            <a:endParaRPr lang="en-US" altLang="en-US" sz="800"/>
          </a:p>
          <a:p>
            <a:r>
              <a:rPr lang="en-US" altLang="en-US" sz="2400" b="1">
                <a:ea typeface="Calibri" panose="020F0502020204030204" pitchFamily="34" charset="0"/>
              </a:rPr>
              <a:t>because</a:t>
            </a:r>
            <a:endParaRPr lang="en-US" altLang="en-US"/>
          </a:p>
        </p:txBody>
      </p:sp>
      <p:sp>
        <p:nvSpPr>
          <p:cNvPr id="17" name="Rectangle 14">
            <a:extLst>
              <a:ext uri="{FF2B5EF4-FFF2-40B4-BE49-F238E27FC236}">
                <a16:creationId xmlns:a16="http://schemas.microsoft.com/office/drawing/2014/main" id="{CB2825B4-9C0B-D47C-11D0-319A0FC06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258" y="4915559"/>
            <a:ext cx="184731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2400" b="1">
                <a:latin typeface="Arial" panose="020B0604020202020204" pitchFamily="34" charset="0"/>
                <a:ea typeface="Calibri" panose="020F0502020204030204" pitchFamily="34" charset="0"/>
              </a:rPr>
            </a:br>
            <a:endParaRPr lang="en-US" altLang="en-US" sz="800">
              <a:latin typeface="Arial" panose="020B0604020202020204" pitchFamily="34" charset="0"/>
            </a:endParaRPr>
          </a:p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1C1020-FC5D-898D-9D81-3B094B993225}"/>
              </a:ext>
            </a:extLst>
          </p:cNvPr>
          <p:cNvSpPr/>
          <p:nvPr/>
        </p:nvSpPr>
        <p:spPr>
          <a:xfrm>
            <a:off x="7393565" y="2148487"/>
            <a:ext cx="23727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b="1">
                <a:latin typeface="Arial" panose="020B0604020202020204" pitchFamily="34" charset="0"/>
                <a:ea typeface="Calibri" panose="020F0502020204030204" pitchFamily="34" charset="0"/>
              </a:rPr>
              <a:t>needs a way to</a:t>
            </a:r>
            <a:endParaRPr lang="en-US" altLang="en-US" sz="240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C25233-8DE4-A620-2180-57E8FA333F8A}"/>
              </a:ext>
            </a:extLst>
          </p:cNvPr>
          <p:cNvSpPr/>
          <p:nvPr/>
        </p:nvSpPr>
        <p:spPr>
          <a:xfrm>
            <a:off x="3141345" y="2631483"/>
            <a:ext cx="2954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0011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latin typeface="Arial" panose="020B0604020202020204" pitchFamily="34" charset="0"/>
                <a:ea typeface="Calibri" panose="020F0502020204030204" pitchFamily="34" charset="0"/>
              </a:rPr>
              <a:t>partner name/description</a:t>
            </a:r>
            <a:endParaRPr lang="en-US" altLang="en-US" sz="800">
              <a:latin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E7C99C-DC6D-7F80-FC48-BDDE60DDFD8B}"/>
              </a:ext>
            </a:extLst>
          </p:cNvPr>
          <p:cNvSpPr/>
          <p:nvPr/>
        </p:nvSpPr>
        <p:spPr>
          <a:xfrm>
            <a:off x="2600850" y="5401037"/>
            <a:ext cx="941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>
                <a:latin typeface="Arial" panose="020B0604020202020204" pitchFamily="34" charset="0"/>
                <a:ea typeface="Calibri" panose="020F0502020204030204" pitchFamily="34" charset="0"/>
              </a:rPr>
              <a:t>insight</a:t>
            </a:r>
            <a:endParaRPr lang="en-SG"/>
          </a:p>
        </p:txBody>
      </p:sp>
      <p:sp>
        <p:nvSpPr>
          <p:cNvPr id="21" name="Line 2">
            <a:extLst>
              <a:ext uri="{FF2B5EF4-FFF2-40B4-BE49-F238E27FC236}">
                <a16:creationId xmlns:a16="http://schemas.microsoft.com/office/drawing/2014/main" id="{A29435E7-4148-9561-6ED2-046591FE39A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6866" y="6678118"/>
            <a:ext cx="5260499" cy="0"/>
          </a:xfrm>
          <a:prstGeom prst="line">
            <a:avLst/>
          </a:prstGeom>
          <a:noFill/>
          <a:ln w="25400">
            <a:solidFill>
              <a:srgbClr val="231F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BBA226-BBED-4881-7C1C-6DF7C9D9CA83}"/>
              </a:ext>
            </a:extLst>
          </p:cNvPr>
          <p:cNvSpPr txBox="1"/>
          <p:nvPr/>
        </p:nvSpPr>
        <p:spPr>
          <a:xfrm>
            <a:off x="1865249" y="1960127"/>
            <a:ext cx="553099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Polytechnic students who need a way to receive personalized guidance while studying with AI.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1216D1-A35A-26DD-9797-24AEB1AF18B0}"/>
              </a:ext>
            </a:extLst>
          </p:cNvPr>
          <p:cNvSpPr txBox="1"/>
          <p:nvPr/>
        </p:nvSpPr>
        <p:spPr>
          <a:xfrm>
            <a:off x="4100448" y="2968869"/>
            <a:ext cx="765733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i="1"/>
              <a:t>Receive personalized, course-relevant learning guidance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learn independently without becoming over-reliant on AI-generated answers.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25EA2E-31A8-4775-53A4-49EA103D9243}"/>
              </a:ext>
            </a:extLst>
          </p:cNvPr>
          <p:cNvSpPr txBox="1"/>
          <p:nvPr/>
        </p:nvSpPr>
        <p:spPr>
          <a:xfrm>
            <a:off x="2598218" y="4703326"/>
            <a:ext cx="765733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Generic AI responses may help them finish tasks quickly but do not always help them understand concepts or learn independently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41C255-3419-A8B7-C05B-1864C16ECDE6}"/>
              </a:ext>
            </a:extLst>
          </p:cNvPr>
          <p:cNvSpPr txBox="1"/>
          <p:nvPr/>
        </p:nvSpPr>
        <p:spPr>
          <a:xfrm>
            <a:off x="2598218" y="5719326"/>
            <a:ext cx="765733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Students value AI for its speed, but generic and direct answers may help them complete tasks without understanding their mistakes, weak areas or how to solve similar problems independently.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610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DF8EA5-F5FA-89C3-B757-8E6CA56A5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1B5E2-DC6B-8595-3E54-5AD175E4E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/>
              <a:t>Stage 3 - Ideate (“How Might We…” Statement)</a:t>
            </a:r>
          </a:p>
        </p:txBody>
      </p:sp>
      <p:grpSp>
        <p:nvGrpSpPr>
          <p:cNvPr id="3" name="Group 7">
            <a:extLst>
              <a:ext uri="{FF2B5EF4-FFF2-40B4-BE49-F238E27FC236}">
                <a16:creationId xmlns:a16="http://schemas.microsoft.com/office/drawing/2014/main" id="{433B4534-C525-D8ED-51C1-8AF23BD22D1E}"/>
              </a:ext>
            </a:extLst>
          </p:cNvPr>
          <p:cNvGrpSpPr>
            <a:grpSpLocks/>
          </p:cNvGrpSpPr>
          <p:nvPr/>
        </p:nvGrpSpPr>
        <p:grpSpPr bwMode="auto">
          <a:xfrm>
            <a:off x="4423498" y="3272139"/>
            <a:ext cx="3832829" cy="132225"/>
            <a:chOff x="0" y="0"/>
            <a:chExt cx="8946" cy="40"/>
          </a:xfrm>
        </p:grpSpPr>
        <p:sp>
          <p:nvSpPr>
            <p:cNvPr id="22" name="Line 8">
              <a:extLst>
                <a:ext uri="{FF2B5EF4-FFF2-40B4-BE49-F238E27FC236}">
                  <a16:creationId xmlns:a16="http://schemas.microsoft.com/office/drawing/2014/main" id="{0A6CF2A2-5977-3C51-FC32-DAA686F35D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" y="20"/>
              <a:ext cx="8906" cy="0"/>
            </a:xfrm>
            <a:prstGeom prst="line">
              <a:avLst/>
            </a:prstGeom>
            <a:noFill/>
            <a:ln w="25400">
              <a:solidFill>
                <a:srgbClr val="231F2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G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3" name="Line 2">
            <a:extLst>
              <a:ext uri="{FF2B5EF4-FFF2-40B4-BE49-F238E27FC236}">
                <a16:creationId xmlns:a16="http://schemas.microsoft.com/office/drawing/2014/main" id="{7514BF4E-AF78-50C1-95B5-6324F94A6B20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6737" y="4588747"/>
            <a:ext cx="5260499" cy="0"/>
          </a:xfrm>
          <a:prstGeom prst="line">
            <a:avLst/>
          </a:prstGeom>
          <a:noFill/>
          <a:ln w="25400">
            <a:solidFill>
              <a:srgbClr val="231F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Line 1">
            <a:extLst>
              <a:ext uri="{FF2B5EF4-FFF2-40B4-BE49-F238E27FC236}">
                <a16:creationId xmlns:a16="http://schemas.microsoft.com/office/drawing/2014/main" id="{910ED398-8405-9A3D-4B75-1E1FFB43F975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2688" y="2210017"/>
            <a:ext cx="3183890" cy="0"/>
          </a:xfrm>
          <a:prstGeom prst="line">
            <a:avLst/>
          </a:prstGeom>
          <a:noFill/>
          <a:ln w="25400">
            <a:solidFill>
              <a:srgbClr val="231F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5" name="Group 4">
            <a:extLst>
              <a:ext uri="{FF2B5EF4-FFF2-40B4-BE49-F238E27FC236}">
                <a16:creationId xmlns:a16="http://schemas.microsoft.com/office/drawing/2014/main" id="{50381884-7DFF-BFFF-16D7-067185C1123D}"/>
              </a:ext>
            </a:extLst>
          </p:cNvPr>
          <p:cNvGrpSpPr>
            <a:grpSpLocks/>
          </p:cNvGrpSpPr>
          <p:nvPr/>
        </p:nvGrpSpPr>
        <p:grpSpPr bwMode="auto">
          <a:xfrm>
            <a:off x="8403472" y="2665412"/>
            <a:ext cx="352425" cy="763588"/>
            <a:chOff x="13182" y="-1071"/>
            <a:chExt cx="556" cy="1203"/>
          </a:xfrm>
        </p:grpSpPr>
        <p:pic>
          <p:nvPicPr>
            <p:cNvPr id="26" name="Picture 6">
              <a:extLst>
                <a:ext uri="{FF2B5EF4-FFF2-40B4-BE49-F238E27FC236}">
                  <a16:creationId xmlns:a16="http://schemas.microsoft.com/office/drawing/2014/main" id="{CBBACE0D-9F44-A429-C0C2-9F158E09C1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87" y="-1071"/>
              <a:ext cx="394" cy="3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5">
              <a:extLst>
                <a:ext uri="{FF2B5EF4-FFF2-40B4-BE49-F238E27FC236}">
                  <a16:creationId xmlns:a16="http://schemas.microsoft.com/office/drawing/2014/main" id="{39E82294-2BE0-50BC-DF8C-24B5527B2F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82" y="-735"/>
              <a:ext cx="556" cy="8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8" name="Rectangle 12">
            <a:extLst>
              <a:ext uri="{FF2B5EF4-FFF2-40B4-BE49-F238E27FC236}">
                <a16:creationId xmlns:a16="http://schemas.microsoft.com/office/drawing/2014/main" id="{E572D1FD-CBBF-65E2-45FE-CADDD7A0E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351" y="3347225"/>
            <a:ext cx="99097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756525" algn="l"/>
                <a:tab pos="8110538" algn="l"/>
                <a:tab pos="9324975" algn="l"/>
                <a:tab pos="9677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756525" algn="l"/>
                <a:tab pos="8110538" algn="l"/>
                <a:tab pos="9324975" algn="l"/>
                <a:tab pos="9677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7756525" algn="l"/>
                <a:tab pos="8110538" algn="l"/>
                <a:tab pos="9324975" algn="l"/>
                <a:tab pos="9677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7756525" algn="l"/>
                <a:tab pos="8110538" algn="l"/>
                <a:tab pos="9324975" algn="l"/>
                <a:tab pos="9677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7756525" algn="l"/>
                <a:tab pos="8110538" algn="l"/>
                <a:tab pos="9324975" algn="l"/>
                <a:tab pos="9677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tabLst>
                <a:tab pos="7756525" algn="l"/>
                <a:tab pos="8110538" algn="l"/>
                <a:tab pos="9324975" algn="l"/>
                <a:tab pos="9677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tabLst>
                <a:tab pos="7756525" algn="l"/>
                <a:tab pos="8110538" algn="l"/>
                <a:tab pos="9324975" algn="l"/>
                <a:tab pos="9677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tabLst>
                <a:tab pos="7756525" algn="l"/>
                <a:tab pos="8110538" algn="l"/>
                <a:tab pos="9324975" algn="l"/>
                <a:tab pos="9677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tabLst>
                <a:tab pos="7756525" algn="l"/>
                <a:tab pos="8110538" algn="l"/>
                <a:tab pos="9324975" algn="l"/>
                <a:tab pos="9677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756525" algn="l"/>
                <a:tab pos="8110538" algn="l"/>
                <a:tab pos="9324975" algn="l"/>
                <a:tab pos="9677400" algn="l"/>
              </a:tabLst>
              <a:defRPr/>
            </a:pPr>
            <a:r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cs"/>
              </a:rPr>
              <a:t>for whom</a:t>
            </a:r>
            <a:endParaRPr kumimoji="0" lang="en-US" altLang="en-US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+mn-cs"/>
            </a:endParaRPr>
          </a:p>
        </p:txBody>
      </p:sp>
      <p:sp>
        <p:nvSpPr>
          <p:cNvPr id="29" name="Rectangle 14">
            <a:extLst>
              <a:ext uri="{FF2B5EF4-FFF2-40B4-BE49-F238E27FC236}">
                <a16:creationId xmlns:a16="http://schemas.microsoft.com/office/drawing/2014/main" id="{F4270CCD-600E-40FF-550B-FD1C6BA2CE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7070" y="4513223"/>
            <a:ext cx="184731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cs"/>
              </a:rPr>
            </a:br>
            <a:endParaRPr kumimoji="0" lang="en-US" altLang="en-US" sz="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+mn-cs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4A42206-C608-EB06-1071-4B241CFC84B3}"/>
              </a:ext>
            </a:extLst>
          </p:cNvPr>
          <p:cNvSpPr/>
          <p:nvPr/>
        </p:nvSpPr>
        <p:spPr>
          <a:xfrm>
            <a:off x="3386945" y="1790718"/>
            <a:ext cx="23358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cs"/>
              </a:rPr>
              <a:t>How might we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402873F-5633-9FCE-DF91-CD9ADBD486E0}"/>
              </a:ext>
            </a:extLst>
          </p:cNvPr>
          <p:cNvSpPr/>
          <p:nvPr/>
        </p:nvSpPr>
        <p:spPr>
          <a:xfrm>
            <a:off x="5701255" y="2197525"/>
            <a:ext cx="8595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756525" algn="l"/>
                <a:tab pos="8110538" algn="l"/>
                <a:tab pos="9324975" algn="l"/>
                <a:tab pos="9677400" algn="l"/>
              </a:tabLst>
              <a:defRPr/>
            </a:pPr>
            <a:r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cs"/>
              </a:rPr>
              <a:t>do what</a:t>
            </a:r>
          </a:p>
        </p:txBody>
      </p:sp>
      <p:sp>
        <p:nvSpPr>
          <p:cNvPr id="32" name="Line 2">
            <a:extLst>
              <a:ext uri="{FF2B5EF4-FFF2-40B4-BE49-F238E27FC236}">
                <a16:creationId xmlns:a16="http://schemas.microsoft.com/office/drawing/2014/main" id="{BAC00A0C-EA32-A30E-6F84-D1A38B3465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6737" y="5485754"/>
            <a:ext cx="5260499" cy="0"/>
          </a:xfrm>
          <a:prstGeom prst="line">
            <a:avLst/>
          </a:prstGeom>
          <a:noFill/>
          <a:ln w="25400">
            <a:solidFill>
              <a:srgbClr val="231F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DDFC3B0-946E-A3CA-FA99-DCC6871B1366}"/>
              </a:ext>
            </a:extLst>
          </p:cNvPr>
          <p:cNvSpPr/>
          <p:nvPr/>
        </p:nvSpPr>
        <p:spPr>
          <a:xfrm>
            <a:off x="3771727" y="2893173"/>
            <a:ext cx="5950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cs"/>
              </a:rPr>
              <a:t>for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BAA16D0-B929-FF59-648B-E1F497493548}"/>
              </a:ext>
            </a:extLst>
          </p:cNvPr>
          <p:cNvSpPr txBox="1"/>
          <p:nvPr/>
        </p:nvSpPr>
        <p:spPr>
          <a:xfrm>
            <a:off x="2810578" y="412708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cs"/>
              </a:rPr>
              <a:t>In order to </a:t>
            </a:r>
          </a:p>
        </p:txBody>
      </p:sp>
      <p:sp>
        <p:nvSpPr>
          <p:cNvPr id="35" name="Rectangle 12">
            <a:extLst>
              <a:ext uri="{FF2B5EF4-FFF2-40B4-BE49-F238E27FC236}">
                <a16:creationId xmlns:a16="http://schemas.microsoft.com/office/drawing/2014/main" id="{A653DFD5-845B-4953-8CA6-14C1A9D147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6737" y="4605851"/>
            <a:ext cx="338426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756525" algn="l"/>
                <a:tab pos="8110538" algn="l"/>
                <a:tab pos="9324975" algn="l"/>
                <a:tab pos="9677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756525" algn="l"/>
                <a:tab pos="8110538" algn="l"/>
                <a:tab pos="9324975" algn="l"/>
                <a:tab pos="9677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7756525" algn="l"/>
                <a:tab pos="8110538" algn="l"/>
                <a:tab pos="9324975" algn="l"/>
                <a:tab pos="9677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7756525" algn="l"/>
                <a:tab pos="8110538" algn="l"/>
                <a:tab pos="9324975" algn="l"/>
                <a:tab pos="9677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7756525" algn="l"/>
                <a:tab pos="8110538" algn="l"/>
                <a:tab pos="9324975" algn="l"/>
                <a:tab pos="9677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tabLst>
                <a:tab pos="7756525" algn="l"/>
                <a:tab pos="8110538" algn="l"/>
                <a:tab pos="9324975" algn="l"/>
                <a:tab pos="9677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tabLst>
                <a:tab pos="7756525" algn="l"/>
                <a:tab pos="8110538" algn="l"/>
                <a:tab pos="9324975" algn="l"/>
                <a:tab pos="9677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tabLst>
                <a:tab pos="7756525" algn="l"/>
                <a:tab pos="8110538" algn="l"/>
                <a:tab pos="9324975" algn="l"/>
                <a:tab pos="9677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tabLst>
                <a:tab pos="7756525" algn="l"/>
                <a:tab pos="8110538" algn="l"/>
                <a:tab pos="9324975" algn="l"/>
                <a:tab pos="9677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756525" algn="l"/>
                <a:tab pos="8110538" algn="l"/>
                <a:tab pos="9324975" algn="l"/>
                <a:tab pos="9677400" algn="l"/>
              </a:tabLst>
              <a:defRPr/>
            </a:pPr>
            <a:r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cs"/>
              </a:rPr>
              <a:t>benefit, gain or result we’d like to see</a:t>
            </a:r>
            <a:endParaRPr kumimoji="0" lang="en-US" altLang="en-US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B26B70-A1AC-2CDF-535B-E54AC110D6BA}"/>
              </a:ext>
            </a:extLst>
          </p:cNvPr>
          <p:cNvSpPr txBox="1"/>
          <p:nvPr/>
        </p:nvSpPr>
        <p:spPr>
          <a:xfrm>
            <a:off x="5701306" y="1322882"/>
            <a:ext cx="456182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design an AI study companion that provides personalized and course-relevant learning support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F7230B-43C8-0260-5399-710FA8CC619F}"/>
              </a:ext>
            </a:extLst>
          </p:cNvPr>
          <p:cNvSpPr txBox="1"/>
          <p:nvPr/>
        </p:nvSpPr>
        <p:spPr>
          <a:xfrm>
            <a:off x="4365991" y="2665453"/>
            <a:ext cx="456182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polytechnic students who regularly use AI for studying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F244AE-9FAB-E0B5-308E-E460ABCD9A13}"/>
              </a:ext>
            </a:extLst>
          </p:cNvPr>
          <p:cNvSpPr txBox="1"/>
          <p:nvPr/>
        </p:nvSpPr>
        <p:spPr>
          <a:xfrm>
            <a:off x="4663534" y="3674196"/>
            <a:ext cx="489565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help them understand concepts, improve their weak areas, and learn independently instead of relying only on direct answers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405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F8EBA-60E7-59D9-6F71-BAD815FA1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/>
              <a:t>Stage 3 - Idea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65BF6-2BAD-AE2C-9FB6-37F518D24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1. AI Learning Coach</a:t>
            </a:r>
            <a:br>
              <a:rPr lang="en-US" sz="1600"/>
            </a:br>
            <a:r>
              <a:rPr lang="en-US" sz="1600"/>
              <a:t>Solution: An AI study assistant that learns how each student studies over time. Instead of giving the same answer to everyone, it:</a:t>
            </a:r>
            <a:br>
              <a:rPr lang="en-US" sz="1600"/>
            </a:br>
            <a:r>
              <a:rPr lang="en-US" sz="1600"/>
              <a:t>Tracks topics the student struggles with.</a:t>
            </a:r>
            <a:br>
              <a:rPr lang="en-US" sz="1600"/>
            </a:br>
            <a:r>
              <a:rPr lang="en-US" sz="1600"/>
              <a:t>Adjusts explanations</a:t>
            </a:r>
            <a:br>
              <a:rPr lang="en-US" sz="1600"/>
            </a:br>
            <a:r>
              <a:rPr lang="en-US" sz="1600"/>
              <a:t>Creates personalized quizzes based on weak areas.</a:t>
            </a:r>
            <a:br>
              <a:rPr lang="en-US" sz="1600"/>
            </a:br>
            <a:r>
              <a:rPr lang="en-US" sz="1600"/>
              <a:t>Plans revision schedules before tests.</a:t>
            </a:r>
            <a:br>
              <a:rPr lang="en-US" sz="1600"/>
            </a:br>
            <a:r>
              <a:rPr lang="en-US" sz="1600"/>
              <a:t>Gives hints instead of directly giving the answer.</a:t>
            </a:r>
            <a:br>
              <a:rPr lang="en-US" sz="1600"/>
            </a:br>
            <a:r>
              <a:rPr lang="en-US" sz="1600"/>
              <a:t>Innovation: The AI adapts to the student's learning style and progress rather than acting like a normal chatbot.</a:t>
            </a:r>
            <a:br>
              <a:rPr lang="en-US" sz="1600"/>
            </a:br>
            <a:br>
              <a:rPr lang="en-US" sz="1600"/>
            </a:br>
            <a:r>
              <a:rPr lang="en-US" sz="1600"/>
              <a:t>This encourages active learning instead of copying answers.</a:t>
            </a:r>
            <a:br>
              <a:rPr lang="en-US" sz="1600"/>
            </a:br>
            <a:br>
              <a:rPr lang="en-US" sz="1600"/>
            </a:b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642359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C7F859-D5FE-2370-8652-8913849F0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8FDA6-C846-B3B2-7498-BD58A65CE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/>
              <a:t>Stage 3 - Idea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55EEB-48C8-2542-D5CD-2C226AC91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1800"/>
              <a:t>2. AI Study Companion with Reflection</a:t>
            </a:r>
            <a:br>
              <a:rPr lang="en-US" sz="1800"/>
            </a:br>
            <a:r>
              <a:rPr lang="en-US" sz="1800"/>
              <a:t>Solution: Instead of immediately answering questions, the AI:</a:t>
            </a:r>
            <a:br>
              <a:rPr lang="en-US" sz="1800"/>
            </a:br>
            <a:r>
              <a:rPr lang="en-US" sz="1800"/>
              <a:t>Asks guiding questions.</a:t>
            </a:r>
            <a:br>
              <a:rPr lang="en-US" sz="1800"/>
            </a:br>
            <a:r>
              <a:rPr lang="en-US" sz="1800"/>
              <a:t>Lets students attempt the problem.</a:t>
            </a:r>
            <a:br>
              <a:rPr lang="en-US" sz="1800"/>
            </a:br>
            <a:r>
              <a:rPr lang="en-US" sz="1800"/>
              <a:t>Explains mistakes.</a:t>
            </a:r>
            <a:br>
              <a:rPr lang="en-US" sz="1800"/>
            </a:br>
            <a:r>
              <a:rPr lang="en-US" sz="1800"/>
              <a:t>Gives another similar question.</a:t>
            </a:r>
            <a:br>
              <a:rPr lang="en-US" sz="1800"/>
            </a:br>
            <a:r>
              <a:rPr lang="en-US" sz="1800"/>
              <a:t>Tracks improvement over time.</a:t>
            </a:r>
            <a:br>
              <a:rPr lang="en-US" sz="1800"/>
            </a:b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035921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9CBE6F-41B8-5FF6-6ACC-77EEF1147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4F881-C0FF-17C9-E23B-5A64B51D0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/>
              <a:t>Stage 3 - Idea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2C6FF-0FA0-F278-06B7-A4F1C9F8A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1800"/>
              <a:t>3. AI + Lecturer Integration</a:t>
            </a:r>
            <a:br>
              <a:rPr lang="en-US" sz="1800"/>
            </a:br>
            <a:r>
              <a:rPr lang="en-US" sz="1800"/>
              <a:t>Solution: An AI platform connected to the polytechnic's course materials</a:t>
            </a:r>
            <a:br>
              <a:rPr lang="en-US" sz="1800"/>
            </a:br>
            <a:r>
              <a:rPr lang="en-US" sz="1800"/>
              <a:t>-Uses lecture slides, tutorials, and assignment requirements</a:t>
            </a:r>
            <a:br>
              <a:rPr lang="en-US" sz="1800"/>
            </a:br>
            <a:r>
              <a:rPr lang="en-US" sz="1800"/>
              <a:t>-Gives answers based on what the lecturer actually teaches</a:t>
            </a:r>
            <a:br>
              <a:rPr lang="en-US" sz="1800"/>
            </a:br>
            <a:r>
              <a:rPr lang="en-US" sz="1800"/>
              <a:t>-Warns students if they are relying too much on AI</a:t>
            </a:r>
            <a:br>
              <a:rPr lang="en-US" sz="1800"/>
            </a:br>
            <a:r>
              <a:rPr lang="en-US" sz="1800"/>
              <a:t>Suggests which lecture notes to review</a:t>
            </a:r>
            <a:br>
              <a:rPr lang="en-US" sz="1800"/>
            </a:br>
            <a:r>
              <a:rPr lang="en-US" sz="1800"/>
              <a:t>Innovation: Course-specific AI instead of general AI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446910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0A2DB-1EB4-9A21-375D-5950F40E0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/>
              <a:t>Stage 4 – Prototype - Storyboard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C49E889-39C2-D50A-C8D2-68A2C545FB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73682" y="1322229"/>
            <a:ext cx="9073677" cy="5105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299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A981B6-EC13-D86F-6148-FB6047E2E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8F51D-0EA1-D463-2E47-23D71634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3700"/>
              <a:t>Stage 4 – Prototype – Picture/Video of Prototype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219AF-E87D-F883-362C-77990C2F9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724618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9E3B0-C372-01F8-E886-9810A7E74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/>
              <a:t>Stage 5 – Testing (Tester 1 Chill Student)</a:t>
            </a:r>
          </a:p>
        </p:txBody>
      </p:sp>
      <p:pic>
        <p:nvPicPr>
          <p:cNvPr id="16" name="Picture 15" descr="A grid with a light bulb and question marks">
            <a:extLst>
              <a:ext uri="{FF2B5EF4-FFF2-40B4-BE49-F238E27FC236}">
                <a16:creationId xmlns:a16="http://schemas.microsoft.com/office/drawing/2014/main" id="{50CAD24D-696E-2D39-CD02-7B7D328C58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3206" y="1247185"/>
            <a:ext cx="6846960" cy="5289276"/>
          </a:xfrm>
          <a:prstGeom prst="rect">
            <a:avLst/>
          </a:prstGeom>
        </p:spPr>
      </p:pic>
      <p:sp>
        <p:nvSpPr>
          <p:cNvPr id="14" name="AutoShape 2" descr="Feedback capture grid | PDF">
            <a:extLst>
              <a:ext uri="{FF2B5EF4-FFF2-40B4-BE49-F238E27FC236}">
                <a16:creationId xmlns:a16="http://schemas.microsoft.com/office/drawing/2014/main" id="{9CA5B406-B01D-6EAE-F388-ABC8409BB4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1481813-9522-B495-2CE4-538145518895}"/>
              </a:ext>
            </a:extLst>
          </p:cNvPr>
          <p:cNvGrpSpPr/>
          <p:nvPr/>
        </p:nvGrpSpPr>
        <p:grpSpPr>
          <a:xfrm>
            <a:off x="2666454" y="2134375"/>
            <a:ext cx="5394182" cy="3337373"/>
            <a:chOff x="2717587" y="2437798"/>
            <a:chExt cx="4083554" cy="157348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84549A6-F177-856F-C124-BE7391A3EB63}"/>
                </a:ext>
              </a:extLst>
            </p:cNvPr>
            <p:cNvSpPr/>
            <p:nvPr/>
          </p:nvSpPr>
          <p:spPr>
            <a:xfrm>
              <a:off x="2833372" y="2447208"/>
              <a:ext cx="1916291" cy="621487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defTabSz="566928">
                <a:spcBef>
                  <a:spcPts val="744"/>
                </a:spcBef>
                <a:defRPr/>
              </a:pPr>
              <a:r>
                <a:rPr lang="en-SG" sz="1116" b="1" kern="0">
                  <a:latin typeface="Calibri" panose="020F0502020204030204"/>
                  <a:ea typeface="+mn-ea"/>
                  <a:cs typeface="+mn-cs"/>
                </a:rPr>
                <a:t>Like</a:t>
              </a:r>
            </a:p>
            <a:p>
              <a:pPr defTabSz="566928">
                <a:spcBef>
                  <a:spcPts val="744"/>
                </a:spcBef>
                <a:defRPr/>
              </a:pPr>
              <a:r>
                <a:rPr lang="en-SG" sz="850" kern="0">
                  <a:ea typeface="+mn-lt"/>
                  <a:cs typeface="+mn-lt"/>
                </a:rPr>
                <a:t>The home page clearly displayed upcoming assignments, tests and overdue study steps.</a:t>
              </a:r>
            </a:p>
            <a:p>
              <a:pPr defTabSz="566928">
                <a:spcBef>
                  <a:spcPts val="744"/>
                </a:spcBef>
                <a:defRPr/>
              </a:pPr>
              <a:r>
                <a:rPr lang="en-SG" sz="850" b="1" kern="0"/>
                <a:t>Dislike</a:t>
              </a:r>
            </a:p>
            <a:p>
              <a:pPr defTabSz="566928">
                <a:spcBef>
                  <a:spcPts val="744"/>
                </a:spcBef>
                <a:defRPr/>
              </a:pPr>
              <a:r>
                <a:rPr lang="en-SG" sz="850" kern="0">
                  <a:ea typeface="+mn-lt"/>
                  <a:cs typeface="+mn-lt"/>
                </a:rPr>
                <a:t>The student felt that there were too many different sections and wanted a faster way to ask a question directly from the home page.</a:t>
              </a:r>
              <a:endParaRPr lang="en-SG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1221316-C04A-9488-7B94-88C87872132E}"/>
                </a:ext>
              </a:extLst>
            </p:cNvPr>
            <p:cNvSpPr/>
            <p:nvPr/>
          </p:nvSpPr>
          <p:spPr>
            <a:xfrm>
              <a:off x="5223877" y="2437798"/>
              <a:ext cx="1577264" cy="421963"/>
            </a:xfrm>
            <a:prstGeom prst="rect">
              <a:avLst/>
            </a:prstGeom>
          </p:spPr>
          <p:txBody>
            <a:bodyPr wrap="square" lIns="91440" tIns="45720" rIns="91440" bIns="45720" anchor="t">
              <a:spAutoFit/>
            </a:bodyPr>
            <a:lstStyle/>
            <a:p>
              <a:pPr defTabSz="566928">
                <a:spcAft>
                  <a:spcPts val="600"/>
                </a:spcAft>
                <a:defRPr/>
              </a:pPr>
              <a:r>
                <a:rPr lang="en-SG" sz="1116" b="1" kern="0">
                  <a:latin typeface="Calibri" panose="020F0502020204030204"/>
                  <a:ea typeface="+mn-ea"/>
                  <a:cs typeface="+mn-cs"/>
                </a:rPr>
                <a:t>Wishes</a:t>
              </a:r>
            </a:p>
            <a:p>
              <a:pPr defTabSz="566928">
                <a:spcAft>
                  <a:spcPts val="600"/>
                </a:spcAft>
                <a:defRPr/>
              </a:pPr>
              <a:r>
                <a:rPr lang="en-SG" sz="850" kern="0">
                  <a:ea typeface="+mn-lt"/>
                  <a:cs typeface="+mn-lt"/>
                </a:rPr>
                <a:t>A simpler home screen with a quick-question box.</a:t>
              </a:r>
              <a:endParaRPr lang="en-SG">
                <a:ea typeface="+mn-ea"/>
                <a:cs typeface="+mn-cs"/>
              </a:endParaRPr>
            </a:p>
            <a:p>
              <a:pPr marL="285750" marR="0" lvl="0" indent="-2857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6DB8F8F-B5EA-CA3D-1E75-B379ABDCD72F}"/>
                </a:ext>
              </a:extLst>
            </p:cNvPr>
            <p:cNvSpPr/>
            <p:nvPr/>
          </p:nvSpPr>
          <p:spPr>
            <a:xfrm>
              <a:off x="2717587" y="3554249"/>
              <a:ext cx="1867487" cy="373593"/>
            </a:xfrm>
            <a:prstGeom prst="rect">
              <a:avLst/>
            </a:prstGeom>
          </p:spPr>
          <p:txBody>
            <a:bodyPr wrap="square" lIns="91440" tIns="45720" rIns="91440" bIns="45720" anchor="t">
              <a:spAutoFit/>
            </a:bodyPr>
            <a:lstStyle/>
            <a:p>
              <a:pPr defTabSz="566928">
                <a:spcBef>
                  <a:spcPts val="372"/>
                </a:spcBef>
                <a:defRPr/>
              </a:pPr>
              <a:r>
                <a:rPr lang="en-SG" sz="1116" b="1" kern="0">
                  <a:latin typeface="Calibri" panose="020F0502020204030204"/>
                  <a:ea typeface="+mn-ea"/>
                  <a:cs typeface="+mn-cs"/>
                </a:rPr>
                <a:t>Questions</a:t>
              </a:r>
            </a:p>
            <a:p>
              <a:pPr defTabSz="566928">
                <a:spcBef>
                  <a:spcPts val="372"/>
                </a:spcBef>
                <a:defRPr/>
              </a:pPr>
              <a:r>
                <a:rPr lang="en-SG" sz="850" kern="0">
                  <a:ea typeface="+mn-lt"/>
                  <a:cs typeface="+mn-lt"/>
                </a:rPr>
                <a:t>“Why do I need to open a subject chat before asking a question?”</a:t>
              </a:r>
              <a:endParaRPr lang="en-SG">
                <a:ea typeface="+mn-ea"/>
                <a:cs typeface="+mn-cs"/>
              </a:endParaRPr>
            </a:p>
            <a:p>
              <a:pPr marL="285750" marR="0" lvl="0" indent="-2857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0DC5900-4012-DCF4-1A45-C96093BC50A0}"/>
                </a:ext>
              </a:extLst>
            </p:cNvPr>
            <p:cNvSpPr/>
            <p:nvPr/>
          </p:nvSpPr>
          <p:spPr>
            <a:xfrm>
              <a:off x="5435907" y="3554249"/>
              <a:ext cx="1213455" cy="457031"/>
            </a:xfrm>
            <a:prstGeom prst="rect">
              <a:avLst/>
            </a:prstGeom>
          </p:spPr>
          <p:txBody>
            <a:bodyPr wrap="square" lIns="91440" tIns="45720" rIns="91440" bIns="45720" anchor="t">
              <a:spAutoFit/>
            </a:bodyPr>
            <a:lstStyle/>
            <a:p>
              <a:pPr defTabSz="566928">
                <a:spcBef>
                  <a:spcPts val="372"/>
                </a:spcBef>
                <a:defRPr/>
              </a:pPr>
              <a:r>
                <a:rPr lang="en-SG" sz="1116" b="1" kern="0">
                  <a:latin typeface="Calibri" panose="020F0502020204030204"/>
                  <a:ea typeface="+mn-ea"/>
                  <a:cs typeface="+mn-cs"/>
                </a:rPr>
                <a:t>Ideas</a:t>
              </a:r>
            </a:p>
            <a:p>
              <a:pPr defTabSz="566928">
                <a:spcBef>
                  <a:spcPts val="372"/>
                </a:spcBef>
                <a:defRPr/>
              </a:pPr>
              <a:r>
                <a:rPr lang="en-SG" sz="850" kern="0">
                  <a:ea typeface="+mn-lt"/>
                  <a:cs typeface="+mn-lt"/>
                </a:rPr>
                <a:t>Add a </a:t>
              </a:r>
              <a:r>
                <a:rPr lang="en-SG" sz="850" b="1" kern="0">
                  <a:ea typeface="+mn-lt"/>
                  <a:cs typeface="+mn-lt"/>
                </a:rPr>
                <a:t>Quick Help</a:t>
              </a:r>
              <a:r>
                <a:rPr lang="en-SG" sz="850" kern="0">
                  <a:ea typeface="+mn-lt"/>
                  <a:cs typeface="+mn-lt"/>
                </a:rPr>
                <a:t> button on the home page that automatically places the question into the correct subject chat.</a:t>
              </a:r>
              <a:endParaRPr lang="en-SG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128ED01-6514-D6DC-42BB-9856938B0CE2}"/>
              </a:ext>
            </a:extLst>
          </p:cNvPr>
          <p:cNvSpPr txBox="1"/>
          <p:nvPr/>
        </p:nvSpPr>
        <p:spPr>
          <a:xfrm>
            <a:off x="926560" y="6009778"/>
            <a:ext cx="247082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Rating : 2/5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18DC2C-7C82-858E-FDA1-D78227457961}"/>
              </a:ext>
            </a:extLst>
          </p:cNvPr>
          <p:cNvSpPr txBox="1"/>
          <p:nvPr/>
        </p:nvSpPr>
        <p:spPr>
          <a:xfrm>
            <a:off x="9510119" y="4272475"/>
            <a:ext cx="2136238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Feedback: </a:t>
            </a:r>
            <a:r>
              <a:rPr lang="en-US">
                <a:ea typeface="+mn-lt"/>
                <a:cs typeface="+mn-lt"/>
              </a:rPr>
              <a:t>“The deadline tracking is useful, but I would probably still use ChatGPT because it is faster to start asking questions.”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020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83B892-716C-7CBF-7889-056848371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1056E-940E-16BF-2D09-1B9FCB3F7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/>
              <a:t>Stage 5 – Testing ( Tester 2 Busy student with CCA)</a:t>
            </a:r>
          </a:p>
        </p:txBody>
      </p:sp>
      <p:pic>
        <p:nvPicPr>
          <p:cNvPr id="16" name="Picture 15" descr="A grid with a light bulb and question marks">
            <a:extLst>
              <a:ext uri="{FF2B5EF4-FFF2-40B4-BE49-F238E27FC236}">
                <a16:creationId xmlns:a16="http://schemas.microsoft.com/office/drawing/2014/main" id="{78660EA0-F170-0D53-5F9A-CCC166FEC5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3206" y="1247185"/>
            <a:ext cx="6846960" cy="5289276"/>
          </a:xfrm>
          <a:prstGeom prst="rect">
            <a:avLst/>
          </a:prstGeom>
        </p:spPr>
      </p:pic>
      <p:sp>
        <p:nvSpPr>
          <p:cNvPr id="14" name="AutoShape 2" descr="Feedback capture grid | PDF">
            <a:extLst>
              <a:ext uri="{FF2B5EF4-FFF2-40B4-BE49-F238E27FC236}">
                <a16:creationId xmlns:a16="http://schemas.microsoft.com/office/drawing/2014/main" id="{E005F267-C62F-53FC-32BC-4D13E63789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3A7D418-4F4A-3BFD-1BFC-4ADF227825DD}"/>
              </a:ext>
            </a:extLst>
          </p:cNvPr>
          <p:cNvGrpSpPr/>
          <p:nvPr/>
        </p:nvGrpSpPr>
        <p:grpSpPr>
          <a:xfrm>
            <a:off x="2666454" y="2134375"/>
            <a:ext cx="5394182" cy="3468178"/>
            <a:chOff x="2717587" y="2437798"/>
            <a:chExt cx="4083554" cy="163515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A5A2FC5-4C08-DAA5-D944-3E15DFCBFE47}"/>
                </a:ext>
              </a:extLst>
            </p:cNvPr>
            <p:cNvSpPr/>
            <p:nvPr/>
          </p:nvSpPr>
          <p:spPr>
            <a:xfrm>
              <a:off x="2833372" y="2447208"/>
              <a:ext cx="1916291" cy="683158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defTabSz="566928">
                <a:spcBef>
                  <a:spcPts val="744"/>
                </a:spcBef>
                <a:defRPr/>
              </a:pPr>
              <a:r>
                <a:rPr lang="en-SG" sz="1116" b="1" kern="0">
                  <a:latin typeface="Calibri" panose="020F0502020204030204"/>
                  <a:ea typeface="+mn-ea"/>
                  <a:cs typeface="+mn-cs"/>
                </a:rPr>
                <a:t>Like</a:t>
              </a:r>
            </a:p>
            <a:p>
              <a:pPr defTabSz="566928">
                <a:spcBef>
                  <a:spcPts val="744"/>
                </a:spcBef>
                <a:defRPr/>
              </a:pPr>
              <a:r>
                <a:rPr lang="en-SG" sz="850" kern="0">
                  <a:ea typeface="+mn-lt"/>
                  <a:cs typeface="+mn-lt"/>
                </a:rPr>
                <a:t>The student liked that </a:t>
              </a:r>
              <a:r>
                <a:rPr lang="en-SG" sz="850" kern="0" err="1">
                  <a:ea typeface="+mn-lt"/>
                  <a:cs typeface="+mn-lt"/>
                </a:rPr>
                <a:t>StudyPal</a:t>
              </a:r>
              <a:r>
                <a:rPr lang="en-SG" sz="850" kern="0">
                  <a:ea typeface="+mn-lt"/>
                  <a:cs typeface="+mn-lt"/>
                </a:rPr>
                <a:t> could detect assignment and test dates from a teaching plan and automatically create study steps.</a:t>
              </a:r>
              <a:endParaRPr lang="en-SG">
                <a:ea typeface="+mn-lt"/>
                <a:cs typeface="+mn-lt"/>
              </a:endParaRPr>
            </a:p>
            <a:p>
              <a:pPr defTabSz="566928">
                <a:spcBef>
                  <a:spcPts val="744"/>
                </a:spcBef>
                <a:defRPr/>
              </a:pPr>
              <a:r>
                <a:rPr lang="en-SG" sz="850" b="1" kern="0"/>
                <a:t>Dislike</a:t>
              </a:r>
            </a:p>
            <a:p>
              <a:pPr defTabSz="566928">
                <a:spcBef>
                  <a:spcPts val="744"/>
                </a:spcBef>
                <a:defRPr/>
              </a:pPr>
              <a:r>
                <a:rPr lang="en-SG" sz="850" kern="0">
                  <a:ea typeface="+mn-lt"/>
                  <a:cs typeface="+mn-lt"/>
                </a:rPr>
                <a:t>The generated study plan did not consider the student’s CCA, part-time work or available study time.</a:t>
              </a:r>
              <a:endParaRPr lang="en-SG">
                <a:ea typeface="+mn-lt"/>
                <a:cs typeface="+mn-lt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CDC35DD-4559-7E62-9539-07478E26FF1C}"/>
                </a:ext>
              </a:extLst>
            </p:cNvPr>
            <p:cNvSpPr/>
            <p:nvPr/>
          </p:nvSpPr>
          <p:spPr>
            <a:xfrm>
              <a:off x="5223877" y="2437798"/>
              <a:ext cx="1577264" cy="421963"/>
            </a:xfrm>
            <a:prstGeom prst="rect">
              <a:avLst/>
            </a:prstGeom>
          </p:spPr>
          <p:txBody>
            <a:bodyPr wrap="square" lIns="91440" tIns="45720" rIns="91440" bIns="45720" anchor="t">
              <a:spAutoFit/>
            </a:bodyPr>
            <a:lstStyle/>
            <a:p>
              <a:pPr defTabSz="566928">
                <a:spcAft>
                  <a:spcPts val="600"/>
                </a:spcAft>
                <a:defRPr/>
              </a:pPr>
              <a:r>
                <a:rPr lang="en-SG" sz="1116" b="1" kern="0">
                  <a:latin typeface="Calibri" panose="020F0502020204030204"/>
                  <a:ea typeface="+mn-ea"/>
                  <a:cs typeface="+mn-cs"/>
                </a:rPr>
                <a:t>Wishes</a:t>
              </a:r>
            </a:p>
            <a:p>
              <a:pPr defTabSz="566928">
                <a:spcAft>
                  <a:spcPts val="600"/>
                </a:spcAft>
                <a:defRPr/>
              </a:pPr>
              <a:r>
                <a:rPr lang="en-SG" sz="850" kern="0">
                  <a:ea typeface="+mn-lt"/>
                  <a:cs typeface="+mn-lt"/>
                </a:rPr>
                <a:t>Flexible study steps based on personal availability.</a:t>
              </a:r>
              <a:endParaRPr lang="en-SG">
                <a:ea typeface="+mn-lt"/>
                <a:cs typeface="+mn-lt"/>
              </a:endParaRPr>
            </a:p>
            <a:p>
              <a:pPr marL="285750" marR="0" lvl="0" indent="-2857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7969B4-627D-E44E-B536-7F7DB7C4D7A8}"/>
                </a:ext>
              </a:extLst>
            </p:cNvPr>
            <p:cNvSpPr/>
            <p:nvPr/>
          </p:nvSpPr>
          <p:spPr>
            <a:xfrm>
              <a:off x="2717587" y="3554249"/>
              <a:ext cx="1867487" cy="373593"/>
            </a:xfrm>
            <a:prstGeom prst="rect">
              <a:avLst/>
            </a:prstGeom>
          </p:spPr>
          <p:txBody>
            <a:bodyPr wrap="square" lIns="91440" tIns="45720" rIns="91440" bIns="45720" anchor="t">
              <a:spAutoFit/>
            </a:bodyPr>
            <a:lstStyle/>
            <a:p>
              <a:pPr defTabSz="566928">
                <a:spcBef>
                  <a:spcPts val="372"/>
                </a:spcBef>
                <a:defRPr/>
              </a:pPr>
              <a:r>
                <a:rPr lang="en-SG" sz="1116" b="1" kern="0">
                  <a:latin typeface="Calibri" panose="020F0502020204030204"/>
                  <a:ea typeface="+mn-ea"/>
                  <a:cs typeface="+mn-cs"/>
                </a:rPr>
                <a:t>Questions</a:t>
              </a:r>
            </a:p>
            <a:p>
              <a:pPr defTabSz="566928">
                <a:spcBef>
                  <a:spcPts val="372"/>
                </a:spcBef>
                <a:defRPr/>
              </a:pPr>
              <a:r>
                <a:rPr lang="en-SG" sz="850" kern="0">
                  <a:ea typeface="+mn-lt"/>
                  <a:cs typeface="+mn-lt"/>
                </a:rPr>
                <a:t>“What happens if </a:t>
              </a:r>
              <a:r>
                <a:rPr lang="en-SG" sz="850" kern="0" err="1">
                  <a:ea typeface="+mn-lt"/>
                  <a:cs typeface="+mn-lt"/>
                </a:rPr>
                <a:t>StudyPal</a:t>
              </a:r>
              <a:r>
                <a:rPr lang="en-SG" sz="850" kern="0">
                  <a:ea typeface="+mn-lt"/>
                  <a:cs typeface="+mn-lt"/>
                </a:rPr>
                <a:t> detects the wrong deadline from my file?”</a:t>
              </a:r>
              <a:endParaRPr lang="en-SG">
                <a:ea typeface="+mn-lt"/>
                <a:cs typeface="+mn-lt"/>
              </a:endParaRPr>
            </a:p>
            <a:p>
              <a:pPr marL="285750" marR="0" lvl="0" indent="-2857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BBCE440-2DB1-7506-74D6-34B1B339314E}"/>
                </a:ext>
              </a:extLst>
            </p:cNvPr>
            <p:cNvSpPr/>
            <p:nvPr/>
          </p:nvSpPr>
          <p:spPr>
            <a:xfrm>
              <a:off x="5435907" y="3554249"/>
              <a:ext cx="1213455" cy="518702"/>
            </a:xfrm>
            <a:prstGeom prst="rect">
              <a:avLst/>
            </a:prstGeom>
          </p:spPr>
          <p:txBody>
            <a:bodyPr wrap="square" lIns="91440" tIns="45720" rIns="91440" bIns="45720" anchor="t">
              <a:spAutoFit/>
            </a:bodyPr>
            <a:lstStyle/>
            <a:p>
              <a:pPr defTabSz="566928">
                <a:spcBef>
                  <a:spcPts val="372"/>
                </a:spcBef>
                <a:defRPr/>
              </a:pPr>
              <a:r>
                <a:rPr lang="en-SG" sz="1116" b="1" kern="0">
                  <a:latin typeface="Calibri" panose="020F0502020204030204"/>
                  <a:ea typeface="+mn-ea"/>
                  <a:cs typeface="+mn-cs"/>
                </a:rPr>
                <a:t>Ideas</a:t>
              </a:r>
            </a:p>
            <a:p>
              <a:pPr defTabSz="566928">
                <a:spcBef>
                  <a:spcPts val="372"/>
                </a:spcBef>
                <a:defRPr/>
              </a:pPr>
              <a:r>
                <a:rPr lang="en-SG" sz="850" kern="0">
                  <a:ea typeface="+mn-lt"/>
                  <a:cs typeface="+mn-lt"/>
                </a:rPr>
                <a:t>Show a confirmation screen containing all detected subjects and dates before creating the schedules. Connect the plan to the student’s calendar.</a:t>
              </a:r>
              <a:endParaRPr lang="en-SG">
                <a:ea typeface="+mn-lt"/>
                <a:cs typeface="+mn-lt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F0A9E0C-4936-B3F3-BBB0-1EFD90787EAC}"/>
              </a:ext>
            </a:extLst>
          </p:cNvPr>
          <p:cNvSpPr txBox="1"/>
          <p:nvPr/>
        </p:nvSpPr>
        <p:spPr>
          <a:xfrm>
            <a:off x="926560" y="6009778"/>
            <a:ext cx="247082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Rating : 3/5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A26B12-F275-22EC-E31B-AD0E35C2355D}"/>
              </a:ext>
            </a:extLst>
          </p:cNvPr>
          <p:cNvSpPr txBox="1"/>
          <p:nvPr/>
        </p:nvSpPr>
        <p:spPr>
          <a:xfrm>
            <a:off x="9510119" y="4272475"/>
            <a:ext cx="2136238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Feedback:</a:t>
            </a:r>
            <a:r>
              <a:rPr lang="en-US" err="1">
                <a:ea typeface="+mn-lt"/>
                <a:cs typeface="+mn-lt"/>
              </a:rPr>
              <a:t>“It</a:t>
            </a:r>
            <a:r>
              <a:rPr lang="en-US">
                <a:ea typeface="+mn-lt"/>
                <a:cs typeface="+mn-lt"/>
              </a:rPr>
              <a:t> saves time because I don’t need to enter every deadline, but the study dates may not fit my actual schedule.”</a:t>
            </a:r>
          </a:p>
        </p:txBody>
      </p:sp>
    </p:spTree>
    <p:extLst>
      <p:ext uri="{BB962C8B-B14F-4D97-AF65-F5344CB8AC3E}">
        <p14:creationId xmlns:p14="http://schemas.microsoft.com/office/powerpoint/2010/main" val="5543059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3411E5-B56B-FC4D-7D0C-2CD13B20A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2F0F6-0A36-4038-7BCD-28BC0ADB5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/>
              <a:t>Stage 5 – Testing ( Tester 3 High achieving student)</a:t>
            </a:r>
          </a:p>
        </p:txBody>
      </p:sp>
      <p:pic>
        <p:nvPicPr>
          <p:cNvPr id="16" name="Picture 15" descr="A grid with a light bulb and question marks">
            <a:extLst>
              <a:ext uri="{FF2B5EF4-FFF2-40B4-BE49-F238E27FC236}">
                <a16:creationId xmlns:a16="http://schemas.microsoft.com/office/drawing/2014/main" id="{66F414A2-A085-F935-C4A8-AC68D07AB7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3206" y="1247185"/>
            <a:ext cx="6846960" cy="5289276"/>
          </a:xfrm>
          <a:prstGeom prst="rect">
            <a:avLst/>
          </a:prstGeom>
        </p:spPr>
      </p:pic>
      <p:sp>
        <p:nvSpPr>
          <p:cNvPr id="14" name="AutoShape 2" descr="Feedback capture grid | PDF">
            <a:extLst>
              <a:ext uri="{FF2B5EF4-FFF2-40B4-BE49-F238E27FC236}">
                <a16:creationId xmlns:a16="http://schemas.microsoft.com/office/drawing/2014/main" id="{8DC464B3-64E2-A0AC-3C89-DA0152ECE1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3392344-6A16-BF93-9FD9-415D415D1B6A}"/>
              </a:ext>
            </a:extLst>
          </p:cNvPr>
          <p:cNvGrpSpPr/>
          <p:nvPr/>
        </p:nvGrpSpPr>
        <p:grpSpPr>
          <a:xfrm>
            <a:off x="2666454" y="2134375"/>
            <a:ext cx="5394182" cy="3206568"/>
            <a:chOff x="2717587" y="2437798"/>
            <a:chExt cx="4083554" cy="151181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A7D0A73-249E-0FF3-AB17-55128AD5ACF0}"/>
                </a:ext>
              </a:extLst>
            </p:cNvPr>
            <p:cNvSpPr/>
            <p:nvPr/>
          </p:nvSpPr>
          <p:spPr>
            <a:xfrm>
              <a:off x="2833372" y="2447208"/>
              <a:ext cx="1916291" cy="783525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defTabSz="566928">
                <a:spcBef>
                  <a:spcPts val="744"/>
                </a:spcBef>
                <a:defRPr/>
              </a:pPr>
              <a:r>
                <a:rPr lang="en-SG" sz="1116" b="1" kern="0">
                  <a:latin typeface="Calibri" panose="020F0502020204030204"/>
                  <a:ea typeface="+mn-ea"/>
                  <a:cs typeface="+mn-cs"/>
                </a:rPr>
                <a:t>Like</a:t>
              </a:r>
            </a:p>
            <a:p>
              <a:pPr defTabSz="566928">
                <a:defRPr/>
              </a:pPr>
              <a:r>
                <a:rPr lang="en-SG" sz="850" kern="0">
                  <a:ea typeface="+mn-lt"/>
                  <a:cs typeface="+mn-lt"/>
                </a:rPr>
                <a:t>The student liked having separate chats for different subjects and being able to choose between:</a:t>
              </a:r>
              <a:endParaRPr lang="en-SG">
                <a:ea typeface="+mn-lt"/>
                <a:cs typeface="+mn-lt"/>
              </a:endParaRPr>
            </a:p>
            <a:p>
              <a:pPr marL="285750" indent="-285750" defTabSz="566928">
                <a:buFont typeface="Arial"/>
                <a:buChar char="•"/>
                <a:defRPr/>
              </a:pPr>
              <a:r>
                <a:rPr lang="en-SG" sz="850" kern="0">
                  <a:ea typeface="+mn-lt"/>
                  <a:cs typeface="+mn-lt"/>
                </a:rPr>
                <a:t>Simple words </a:t>
              </a:r>
              <a:endParaRPr lang="en-SG">
                <a:ea typeface="+mn-lt"/>
                <a:cs typeface="+mn-lt"/>
              </a:endParaRPr>
            </a:p>
            <a:p>
              <a:pPr marL="285750" indent="-285750" defTabSz="566928">
                <a:buFont typeface="Arial"/>
                <a:buChar char="•"/>
                <a:defRPr/>
              </a:pPr>
              <a:r>
                <a:rPr lang="en-SG" sz="850" kern="0">
                  <a:ea typeface="+mn-lt"/>
                  <a:cs typeface="+mn-lt"/>
                </a:rPr>
                <a:t>Step-by-step explanation </a:t>
              </a:r>
              <a:endParaRPr lang="en-SG">
                <a:ea typeface="+mn-lt"/>
                <a:cs typeface="+mn-lt"/>
              </a:endParaRPr>
            </a:p>
            <a:p>
              <a:pPr marL="285750" indent="-285750" defTabSz="566928">
                <a:buFont typeface="Arial"/>
                <a:buChar char="•"/>
                <a:defRPr/>
              </a:pPr>
              <a:r>
                <a:rPr lang="en-SG" sz="850" kern="0">
                  <a:ea typeface="+mn-lt"/>
                  <a:cs typeface="+mn-lt"/>
                </a:rPr>
                <a:t>Examples </a:t>
              </a:r>
              <a:endParaRPr lang="en-SG">
                <a:ea typeface="+mn-lt"/>
                <a:cs typeface="+mn-lt"/>
              </a:endParaRPr>
            </a:p>
            <a:p>
              <a:pPr marL="285750" indent="-285750" defTabSz="566928">
                <a:buFont typeface="Arial"/>
                <a:buChar char="•"/>
                <a:defRPr/>
              </a:pPr>
              <a:r>
                <a:rPr lang="en-SG" sz="850" kern="0">
                  <a:ea typeface="+mn-lt"/>
                  <a:cs typeface="+mn-lt"/>
                </a:rPr>
                <a:t>Short summary </a:t>
              </a:r>
              <a:endParaRPr lang="en-SG">
                <a:ea typeface="+mn-lt"/>
                <a:cs typeface="+mn-lt"/>
              </a:endParaRPr>
            </a:p>
            <a:p>
              <a:pPr defTabSz="566928">
                <a:defRPr/>
              </a:pPr>
              <a:r>
                <a:rPr lang="en-SG" sz="850" kern="0">
                  <a:ea typeface="+mn-lt"/>
                  <a:cs typeface="+mn-lt"/>
                </a:rPr>
                <a:t>They also liked that practice questions could follow the style of uploaded weekly quizzes.</a:t>
              </a:r>
              <a:endParaRPr lang="en-SG">
                <a:ea typeface="+mn-lt"/>
                <a:cs typeface="+mn-lt"/>
              </a:endParaRPr>
            </a:p>
            <a:p>
              <a:pPr defTabSz="566928">
                <a:spcBef>
                  <a:spcPts val="744"/>
                </a:spcBef>
                <a:defRPr/>
              </a:pPr>
              <a:endParaRPr lang="en-SG" sz="850" kern="0">
                <a:ea typeface="+mn-lt"/>
                <a:cs typeface="+mn-lt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8D82795-BB23-28B9-7D86-51029A943F22}"/>
                </a:ext>
              </a:extLst>
            </p:cNvPr>
            <p:cNvSpPr/>
            <p:nvPr/>
          </p:nvSpPr>
          <p:spPr>
            <a:xfrm>
              <a:off x="5223877" y="2437798"/>
              <a:ext cx="1577264" cy="483634"/>
            </a:xfrm>
            <a:prstGeom prst="rect">
              <a:avLst/>
            </a:prstGeom>
          </p:spPr>
          <p:txBody>
            <a:bodyPr wrap="square" lIns="91440" tIns="45720" rIns="91440" bIns="45720" anchor="t">
              <a:spAutoFit/>
            </a:bodyPr>
            <a:lstStyle/>
            <a:p>
              <a:pPr defTabSz="566928">
                <a:spcAft>
                  <a:spcPts val="600"/>
                </a:spcAft>
                <a:defRPr/>
              </a:pPr>
              <a:r>
                <a:rPr lang="en-SG" sz="1116" b="1" kern="0">
                  <a:latin typeface="Calibri" panose="020F0502020204030204"/>
                  <a:ea typeface="+mn-ea"/>
                  <a:cs typeface="+mn-cs"/>
                </a:rPr>
                <a:t>Wishes</a:t>
              </a:r>
            </a:p>
            <a:p>
              <a:pPr defTabSz="566928">
                <a:spcAft>
                  <a:spcPts val="600"/>
                </a:spcAft>
                <a:defRPr/>
              </a:pPr>
              <a:r>
                <a:rPr lang="en-SG" sz="850" kern="0">
                  <a:ea typeface="+mn-lt"/>
                  <a:cs typeface="+mn-lt"/>
                </a:rPr>
                <a:t>The AI should state which uploaded file and page were used for each explanation.</a:t>
              </a:r>
              <a:endParaRPr lang="en-SG">
                <a:ea typeface="+mn-lt"/>
                <a:cs typeface="+mn-lt"/>
              </a:endParaRPr>
            </a:p>
            <a:p>
              <a:pPr marL="285750" marR="0" lvl="0" indent="-2857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CC55DA-5173-8957-E07E-A669BA696975}"/>
                </a:ext>
              </a:extLst>
            </p:cNvPr>
            <p:cNvSpPr/>
            <p:nvPr/>
          </p:nvSpPr>
          <p:spPr>
            <a:xfrm>
              <a:off x="2717587" y="3554249"/>
              <a:ext cx="1867487" cy="373593"/>
            </a:xfrm>
            <a:prstGeom prst="rect">
              <a:avLst/>
            </a:prstGeom>
          </p:spPr>
          <p:txBody>
            <a:bodyPr wrap="square" lIns="91440" tIns="45720" rIns="91440" bIns="45720" anchor="t">
              <a:spAutoFit/>
            </a:bodyPr>
            <a:lstStyle/>
            <a:p>
              <a:pPr defTabSz="566928">
                <a:spcBef>
                  <a:spcPts val="372"/>
                </a:spcBef>
                <a:defRPr/>
              </a:pPr>
              <a:r>
                <a:rPr lang="en-SG" sz="1116" b="1" kern="0">
                  <a:latin typeface="Calibri" panose="020F0502020204030204"/>
                  <a:ea typeface="+mn-ea"/>
                  <a:cs typeface="+mn-cs"/>
                </a:rPr>
                <a:t>Questions</a:t>
              </a:r>
            </a:p>
            <a:p>
              <a:pPr defTabSz="566928">
                <a:spcBef>
                  <a:spcPts val="372"/>
                </a:spcBef>
                <a:defRPr/>
              </a:pPr>
              <a:r>
                <a:rPr lang="en-SG" sz="850" kern="0">
                  <a:ea typeface="+mn-lt"/>
                  <a:cs typeface="+mn-lt"/>
                </a:rPr>
                <a:t>“How can I confirm that the explanation matches exactly what my lecturer taught?”</a:t>
              </a:r>
              <a:endParaRPr lang="en-SG">
                <a:ea typeface="+mn-lt"/>
                <a:cs typeface="+mn-lt"/>
              </a:endParaRPr>
            </a:p>
            <a:p>
              <a:pPr marL="285750" marR="0" lvl="0" indent="-2857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F5CA024-9516-2C95-6185-9850DACBC6AC}"/>
                </a:ext>
              </a:extLst>
            </p:cNvPr>
            <p:cNvSpPr/>
            <p:nvPr/>
          </p:nvSpPr>
          <p:spPr>
            <a:xfrm>
              <a:off x="5435907" y="3554249"/>
              <a:ext cx="1213455" cy="395360"/>
            </a:xfrm>
            <a:prstGeom prst="rect">
              <a:avLst/>
            </a:prstGeom>
          </p:spPr>
          <p:txBody>
            <a:bodyPr wrap="square" lIns="91440" tIns="45720" rIns="91440" bIns="45720" anchor="t">
              <a:spAutoFit/>
            </a:bodyPr>
            <a:lstStyle/>
            <a:p>
              <a:pPr defTabSz="566928">
                <a:spcBef>
                  <a:spcPts val="372"/>
                </a:spcBef>
                <a:defRPr/>
              </a:pPr>
              <a:r>
                <a:rPr lang="en-SG" sz="1116" b="1" kern="0">
                  <a:latin typeface="Calibri" panose="020F0502020204030204"/>
                  <a:ea typeface="+mn-ea"/>
                  <a:cs typeface="+mn-cs"/>
                </a:rPr>
                <a:t>Ideas</a:t>
              </a:r>
            </a:p>
            <a:p>
              <a:pPr defTabSz="566928">
                <a:defRPr/>
              </a:pPr>
              <a:r>
                <a:rPr lang="en-SG" sz="850" kern="0">
                  <a:ea typeface="+mn-lt"/>
                  <a:cs typeface="+mn-lt"/>
                </a:rPr>
                <a:t>Add source references, page numbers and a </a:t>
              </a:r>
              <a:r>
                <a:rPr lang="en-SG" sz="850" b="1" kern="0">
                  <a:ea typeface="+mn-lt"/>
                  <a:cs typeface="+mn-lt"/>
                </a:rPr>
                <a:t>lecturer-verified</a:t>
              </a:r>
              <a:r>
                <a:rPr lang="en-SG" sz="850" kern="0">
                  <a:ea typeface="+mn-lt"/>
                  <a:cs typeface="+mn-lt"/>
                </a:rPr>
                <a:t> indicator.</a:t>
              </a:r>
              <a:endParaRPr lang="en-SG">
                <a:ea typeface="+mn-lt"/>
                <a:cs typeface="+mn-lt"/>
              </a:endParaRPr>
            </a:p>
            <a:p>
              <a:pPr defTabSz="566928">
                <a:spcBef>
                  <a:spcPts val="372"/>
                </a:spcBef>
                <a:defRPr/>
              </a:pPr>
              <a:endParaRPr lang="en-SG" sz="850" kern="0">
                <a:ea typeface="+mn-lt"/>
                <a:cs typeface="+mn-lt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53CFD82-3CC1-FBA8-3649-F472F9A393E2}"/>
              </a:ext>
            </a:extLst>
          </p:cNvPr>
          <p:cNvSpPr txBox="1"/>
          <p:nvPr/>
        </p:nvSpPr>
        <p:spPr>
          <a:xfrm>
            <a:off x="926560" y="6009778"/>
            <a:ext cx="247082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Rating : 4.5/5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3EC548-5BFF-3685-E8D9-A07E91DF706A}"/>
              </a:ext>
            </a:extLst>
          </p:cNvPr>
          <p:cNvSpPr txBox="1"/>
          <p:nvPr/>
        </p:nvSpPr>
        <p:spPr>
          <a:xfrm>
            <a:off x="9510119" y="4272475"/>
            <a:ext cx="2136238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Feedback:</a:t>
            </a:r>
            <a:r>
              <a:rPr lang="en-US" err="1">
                <a:ea typeface="+mn-lt"/>
                <a:cs typeface="+mn-lt"/>
              </a:rPr>
              <a:t>“This</a:t>
            </a:r>
            <a:r>
              <a:rPr lang="en-US">
                <a:ea typeface="+mn-lt"/>
                <a:cs typeface="+mn-lt"/>
              </a:rPr>
              <a:t> is more useful than a normal chatbot because the explanation and questions come from my own module files.”</a:t>
            </a:r>
          </a:p>
        </p:txBody>
      </p:sp>
    </p:spTree>
    <p:extLst>
      <p:ext uri="{BB962C8B-B14F-4D97-AF65-F5344CB8AC3E}">
        <p14:creationId xmlns:p14="http://schemas.microsoft.com/office/powerpoint/2010/main" val="3953508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83ADE1-4175-40EC-08D3-02457BB10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DC6A1-791C-8CB8-FF58-1B746C0D6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/>
              <a:t>Stage 5 – Testing ( Tester 4  student struggling academically)</a:t>
            </a:r>
          </a:p>
        </p:txBody>
      </p:sp>
      <p:pic>
        <p:nvPicPr>
          <p:cNvPr id="16" name="Picture 15" descr="A grid with a light bulb and question marks">
            <a:extLst>
              <a:ext uri="{FF2B5EF4-FFF2-40B4-BE49-F238E27FC236}">
                <a16:creationId xmlns:a16="http://schemas.microsoft.com/office/drawing/2014/main" id="{50E896E2-FE16-D7C4-0BD2-333202ADA0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3206" y="1247185"/>
            <a:ext cx="6846960" cy="5289276"/>
          </a:xfrm>
          <a:prstGeom prst="rect">
            <a:avLst/>
          </a:prstGeom>
        </p:spPr>
      </p:pic>
      <p:sp>
        <p:nvSpPr>
          <p:cNvPr id="14" name="AutoShape 2" descr="Feedback capture grid | PDF">
            <a:extLst>
              <a:ext uri="{FF2B5EF4-FFF2-40B4-BE49-F238E27FC236}">
                <a16:creationId xmlns:a16="http://schemas.microsoft.com/office/drawing/2014/main" id="{B83D565A-86CE-8A51-109C-398704676C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0576EF5-6E00-FF80-2B7C-F3803A0DE94D}"/>
              </a:ext>
            </a:extLst>
          </p:cNvPr>
          <p:cNvGrpSpPr/>
          <p:nvPr/>
        </p:nvGrpSpPr>
        <p:grpSpPr>
          <a:xfrm>
            <a:off x="2666454" y="2134375"/>
            <a:ext cx="5394182" cy="4122202"/>
            <a:chOff x="2717587" y="2437798"/>
            <a:chExt cx="4083554" cy="194350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FE5542E-C456-030A-24BB-8F01BD8859B4}"/>
                </a:ext>
              </a:extLst>
            </p:cNvPr>
            <p:cNvSpPr/>
            <p:nvPr/>
          </p:nvSpPr>
          <p:spPr>
            <a:xfrm>
              <a:off x="2833372" y="2447208"/>
              <a:ext cx="1916291" cy="783525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defTabSz="566928">
                <a:spcBef>
                  <a:spcPts val="744"/>
                </a:spcBef>
                <a:defRPr/>
              </a:pPr>
              <a:r>
                <a:rPr lang="en-SG" sz="1116" b="1" kern="0">
                  <a:latin typeface="Calibri" panose="020F0502020204030204"/>
                  <a:ea typeface="+mn-ea"/>
                  <a:cs typeface="+mn-cs"/>
                </a:rPr>
                <a:t>Like</a:t>
              </a:r>
            </a:p>
            <a:p>
              <a:pPr defTabSz="566928">
                <a:defRPr/>
              </a:pPr>
              <a:r>
                <a:rPr lang="en-SG" sz="850" kern="0">
                  <a:ea typeface="+mn-lt"/>
                  <a:cs typeface="+mn-lt"/>
                </a:rPr>
                <a:t>The student liked the </a:t>
              </a:r>
              <a:r>
                <a:rPr lang="en-SG" sz="850" b="1" kern="0">
                  <a:ea typeface="+mn-lt"/>
                  <a:cs typeface="+mn-lt"/>
                </a:rPr>
                <a:t>Simple Words</a:t>
              </a:r>
              <a:r>
                <a:rPr lang="en-SG" sz="850" kern="0">
                  <a:ea typeface="+mn-lt"/>
                  <a:cs typeface="+mn-lt"/>
                </a:rPr>
                <a:t> explanation option.</a:t>
              </a:r>
              <a:endParaRPr lang="en-SG"/>
            </a:p>
            <a:p>
              <a:pPr defTabSz="566928">
                <a:defRPr/>
              </a:pPr>
              <a:r>
                <a:rPr lang="en-SG" sz="850" b="1" kern="0">
                  <a:ea typeface="+mn-lt"/>
                  <a:cs typeface="+mn-lt"/>
                </a:rPr>
                <a:t>Disliked:</a:t>
              </a:r>
              <a:br>
                <a:rPr lang="en-SG" sz="850" b="1" kern="0">
                  <a:ea typeface="+mn-lt"/>
                  <a:cs typeface="+mn-lt"/>
                </a:rPr>
              </a:br>
              <a:r>
                <a:rPr lang="en-SG" sz="850" b="1" kern="0">
                  <a:ea typeface="+mn-lt"/>
                  <a:cs typeface="+mn-lt"/>
                </a:rPr>
                <a:t> The Practice section mainly asked multiple-choice questions and did not provide a hint before submission. The student also felt that receiving only “correct” or “not correct” feedback was insufficient.</a:t>
              </a:r>
              <a:endParaRPr lang="en-SG" b="1">
                <a:ea typeface="+mn-lt"/>
                <a:cs typeface="+mn-lt"/>
              </a:endParaRPr>
            </a:p>
            <a:p>
              <a:pPr defTabSz="566928">
                <a:defRPr/>
              </a:pPr>
              <a:endParaRPr lang="en-SG" sz="850" kern="0">
                <a:ea typeface="+mn-lt"/>
                <a:cs typeface="+mn-lt"/>
              </a:endParaRPr>
            </a:p>
            <a:p>
              <a:pPr defTabSz="566928">
                <a:spcBef>
                  <a:spcPts val="744"/>
                </a:spcBef>
                <a:defRPr/>
              </a:pPr>
              <a:endParaRPr lang="en-SG" sz="850" kern="0">
                <a:ea typeface="+mn-lt"/>
                <a:cs typeface="+mn-lt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91E61B3-C210-9EFB-CEDD-550E6983B3F2}"/>
                </a:ext>
              </a:extLst>
            </p:cNvPr>
            <p:cNvSpPr/>
            <p:nvPr/>
          </p:nvSpPr>
          <p:spPr>
            <a:xfrm>
              <a:off x="5223877" y="2437798"/>
              <a:ext cx="1577264" cy="421963"/>
            </a:xfrm>
            <a:prstGeom prst="rect">
              <a:avLst/>
            </a:prstGeom>
          </p:spPr>
          <p:txBody>
            <a:bodyPr wrap="square" lIns="91440" tIns="45720" rIns="91440" bIns="45720" anchor="t">
              <a:spAutoFit/>
            </a:bodyPr>
            <a:lstStyle/>
            <a:p>
              <a:pPr defTabSz="566928">
                <a:spcAft>
                  <a:spcPts val="600"/>
                </a:spcAft>
                <a:defRPr/>
              </a:pPr>
              <a:r>
                <a:rPr lang="en-SG" sz="1116" b="1" kern="0">
                  <a:latin typeface="Calibri" panose="020F0502020204030204"/>
                  <a:ea typeface="+mn-ea"/>
                  <a:cs typeface="+mn-cs"/>
                </a:rPr>
                <a:t>Wishes</a:t>
              </a:r>
            </a:p>
            <a:p>
              <a:pPr defTabSz="566928">
                <a:spcAft>
                  <a:spcPts val="600"/>
                </a:spcAft>
                <a:defRPr/>
              </a:pPr>
              <a:r>
                <a:rPr lang="en-SG" sz="850" kern="0">
                  <a:ea typeface="+mn-lt"/>
                  <a:cs typeface="+mn-lt"/>
                </a:rPr>
                <a:t>More guidance before revealing the correct answer.</a:t>
              </a:r>
              <a:endParaRPr lang="en-SG">
                <a:ea typeface="+mn-lt"/>
                <a:cs typeface="+mn-lt"/>
              </a:endParaRPr>
            </a:p>
            <a:p>
              <a:pPr marL="285750" marR="0" lvl="0" indent="-2857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598184C-B097-49E6-BB1C-34B341C47181}"/>
                </a:ext>
              </a:extLst>
            </p:cNvPr>
            <p:cNvSpPr/>
            <p:nvPr/>
          </p:nvSpPr>
          <p:spPr>
            <a:xfrm>
              <a:off x="2717587" y="3554249"/>
              <a:ext cx="1867487" cy="373593"/>
            </a:xfrm>
            <a:prstGeom prst="rect">
              <a:avLst/>
            </a:prstGeom>
          </p:spPr>
          <p:txBody>
            <a:bodyPr wrap="square" lIns="91440" tIns="45720" rIns="91440" bIns="45720" anchor="t">
              <a:spAutoFit/>
            </a:bodyPr>
            <a:lstStyle/>
            <a:p>
              <a:pPr defTabSz="566928">
                <a:spcBef>
                  <a:spcPts val="372"/>
                </a:spcBef>
                <a:defRPr/>
              </a:pPr>
              <a:r>
                <a:rPr lang="en-SG" sz="1116" b="1" kern="0">
                  <a:latin typeface="Calibri" panose="020F0502020204030204"/>
                  <a:ea typeface="+mn-ea"/>
                  <a:cs typeface="+mn-cs"/>
                </a:rPr>
                <a:t>Questions</a:t>
              </a:r>
            </a:p>
            <a:p>
              <a:pPr defTabSz="566928">
                <a:spcBef>
                  <a:spcPts val="372"/>
                </a:spcBef>
                <a:defRPr/>
              </a:pPr>
              <a:r>
                <a:rPr lang="en-SG" sz="850" kern="0">
                  <a:ea typeface="+mn-lt"/>
                  <a:cs typeface="+mn-lt"/>
                </a:rPr>
                <a:t>“What happens if I keep answering the same topic incorrectly?”</a:t>
              </a:r>
              <a:endParaRPr lang="en-SG">
                <a:ea typeface="+mn-lt"/>
                <a:cs typeface="+mn-lt"/>
              </a:endParaRPr>
            </a:p>
            <a:p>
              <a:pPr marL="285750" marR="0" lvl="0" indent="-2857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87FF49A-3FE6-FC43-CD00-1498E6861291}"/>
                </a:ext>
              </a:extLst>
            </p:cNvPr>
            <p:cNvSpPr/>
            <p:nvPr/>
          </p:nvSpPr>
          <p:spPr>
            <a:xfrm>
              <a:off x="5435907" y="3554249"/>
              <a:ext cx="1213455" cy="827057"/>
            </a:xfrm>
            <a:prstGeom prst="rect">
              <a:avLst/>
            </a:prstGeom>
          </p:spPr>
          <p:txBody>
            <a:bodyPr wrap="square" lIns="91440" tIns="45720" rIns="91440" bIns="45720" anchor="t">
              <a:spAutoFit/>
            </a:bodyPr>
            <a:lstStyle/>
            <a:p>
              <a:pPr defTabSz="566928">
                <a:spcBef>
                  <a:spcPts val="372"/>
                </a:spcBef>
                <a:defRPr/>
              </a:pPr>
              <a:r>
                <a:rPr lang="en-SG" sz="1116" b="1" kern="0">
                  <a:latin typeface="Calibri" panose="020F0502020204030204"/>
                  <a:ea typeface="+mn-ea"/>
                  <a:cs typeface="+mn-cs"/>
                </a:rPr>
                <a:t>Ideas</a:t>
              </a:r>
            </a:p>
            <a:p>
              <a:pPr defTabSz="566928">
                <a:defRPr/>
              </a:pPr>
              <a:r>
                <a:rPr lang="en-SG" sz="850" kern="0">
                  <a:ea typeface="+mn-lt"/>
                  <a:cs typeface="+mn-lt"/>
                </a:rPr>
                <a:t>Add:</a:t>
              </a:r>
              <a:endParaRPr lang="en-SG"/>
            </a:p>
            <a:p>
              <a:pPr marL="285750" indent="-285750" defTabSz="566928">
                <a:buFont typeface="Arial"/>
                <a:buChar char="•"/>
                <a:defRPr/>
              </a:pPr>
              <a:r>
                <a:rPr lang="en-SG" sz="850" kern="0">
                  <a:ea typeface="+mn-lt"/>
                  <a:cs typeface="+mn-lt"/>
                </a:rPr>
                <a:t>A </a:t>
              </a:r>
              <a:r>
                <a:rPr lang="en-SG" sz="850" b="1" kern="0">
                  <a:ea typeface="+mn-lt"/>
                  <a:cs typeface="+mn-lt"/>
                </a:rPr>
                <a:t>Give Me a Hint</a:t>
              </a:r>
              <a:r>
                <a:rPr lang="en-SG" sz="850" kern="0">
                  <a:ea typeface="+mn-lt"/>
                  <a:cs typeface="+mn-lt"/>
                </a:rPr>
                <a:t> button </a:t>
              </a:r>
              <a:endParaRPr lang="en-SG"/>
            </a:p>
            <a:p>
              <a:pPr marL="285750" indent="-285750" defTabSz="566928">
                <a:buFont typeface="Arial"/>
                <a:buChar char="•"/>
                <a:defRPr/>
              </a:pPr>
              <a:r>
                <a:rPr lang="en-SG" sz="850" kern="0">
                  <a:ea typeface="+mn-lt"/>
                  <a:cs typeface="+mn-lt"/>
                </a:rPr>
                <a:t>A </a:t>
              </a:r>
              <a:r>
                <a:rPr lang="en-SG" sz="850" b="1" kern="0">
                  <a:ea typeface="+mn-lt"/>
                  <a:cs typeface="+mn-lt"/>
                </a:rPr>
                <a:t>Start from the Basics</a:t>
              </a:r>
              <a:r>
                <a:rPr lang="en-SG" sz="850" kern="0">
                  <a:ea typeface="+mn-lt"/>
                  <a:cs typeface="+mn-lt"/>
                </a:rPr>
                <a:t> option </a:t>
              </a:r>
              <a:endParaRPr lang="en-SG"/>
            </a:p>
            <a:p>
              <a:pPr marL="285750" indent="-285750" defTabSz="566928">
                <a:buFont typeface="Arial"/>
                <a:buChar char="•"/>
                <a:defRPr/>
              </a:pPr>
              <a:r>
                <a:rPr lang="en-SG" sz="850" kern="0">
                  <a:ea typeface="+mn-lt"/>
                  <a:cs typeface="+mn-lt"/>
                </a:rPr>
                <a:t>A full explanation after each incorrect answer </a:t>
              </a:r>
              <a:endParaRPr lang="en-SG"/>
            </a:p>
            <a:p>
              <a:pPr marL="285750" indent="-285750" defTabSz="566928">
                <a:buFont typeface="Arial"/>
                <a:buChar char="•"/>
                <a:defRPr/>
              </a:pPr>
              <a:r>
                <a:rPr lang="en-SG" sz="850" kern="0">
                  <a:ea typeface="+mn-lt"/>
                  <a:cs typeface="+mn-lt"/>
                </a:rPr>
                <a:t>Easier follow-up questions when the student struggles</a:t>
              </a:r>
              <a:endParaRPr lang="en-SG"/>
            </a:p>
            <a:p>
              <a:pPr defTabSz="566928">
                <a:defRPr/>
              </a:pPr>
              <a:endParaRPr lang="en-SG" sz="850" kern="0">
                <a:ea typeface="+mn-lt"/>
                <a:cs typeface="+mn-lt"/>
              </a:endParaRPr>
            </a:p>
            <a:p>
              <a:pPr defTabSz="566928">
                <a:spcBef>
                  <a:spcPts val="372"/>
                </a:spcBef>
                <a:defRPr/>
              </a:pPr>
              <a:endParaRPr lang="en-SG" sz="850" kern="0">
                <a:ea typeface="+mn-lt"/>
                <a:cs typeface="+mn-lt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ED11C80-3453-0F24-E9D3-ABD3BD774E66}"/>
              </a:ext>
            </a:extLst>
          </p:cNvPr>
          <p:cNvSpPr txBox="1"/>
          <p:nvPr/>
        </p:nvSpPr>
        <p:spPr>
          <a:xfrm>
            <a:off x="926560" y="6009778"/>
            <a:ext cx="247082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Rating : 2/5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231651-F300-4A0F-489C-FA45AAD77804}"/>
              </a:ext>
            </a:extLst>
          </p:cNvPr>
          <p:cNvSpPr txBox="1"/>
          <p:nvPr/>
        </p:nvSpPr>
        <p:spPr>
          <a:xfrm>
            <a:off x="9510119" y="4272475"/>
            <a:ext cx="2136238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Feedback:</a:t>
            </a:r>
            <a:r>
              <a:rPr lang="en-US" err="1">
                <a:ea typeface="+mn-lt"/>
                <a:cs typeface="+mn-lt"/>
              </a:rPr>
              <a:t>“I</a:t>
            </a:r>
            <a:r>
              <a:rPr lang="en-US">
                <a:ea typeface="+mn-lt"/>
                <a:cs typeface="+mn-lt"/>
              </a:rPr>
              <a:t> may still not understand why my answer is wrong. I need smaller hints and an easier explanation.”</a:t>
            </a:r>
          </a:p>
        </p:txBody>
      </p:sp>
    </p:spTree>
    <p:extLst>
      <p:ext uri="{BB962C8B-B14F-4D97-AF65-F5344CB8AC3E}">
        <p14:creationId xmlns:p14="http://schemas.microsoft.com/office/powerpoint/2010/main" val="10066835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BB9687-74A1-4597-BAEB-3C7184741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3BE88-9F96-871E-D23D-27F19F142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/>
              <a:t>Stage 5 – Testing ( Tester 5 energetic and interactive learner)</a:t>
            </a:r>
          </a:p>
        </p:txBody>
      </p:sp>
      <p:pic>
        <p:nvPicPr>
          <p:cNvPr id="16" name="Picture 15" descr="A grid with a light bulb and question marks">
            <a:extLst>
              <a:ext uri="{FF2B5EF4-FFF2-40B4-BE49-F238E27FC236}">
                <a16:creationId xmlns:a16="http://schemas.microsoft.com/office/drawing/2014/main" id="{A7C26432-DF04-7AD8-119C-9B47FDBD4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3206" y="1247185"/>
            <a:ext cx="6846960" cy="5289276"/>
          </a:xfrm>
          <a:prstGeom prst="rect">
            <a:avLst/>
          </a:prstGeom>
        </p:spPr>
      </p:pic>
      <p:sp>
        <p:nvSpPr>
          <p:cNvPr id="14" name="AutoShape 2" descr="Feedback capture grid | PDF">
            <a:extLst>
              <a:ext uri="{FF2B5EF4-FFF2-40B4-BE49-F238E27FC236}">
                <a16:creationId xmlns:a16="http://schemas.microsoft.com/office/drawing/2014/main" id="{F2F40A97-F293-641C-2D3A-1EE12C9015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3634175-C6E9-9358-012E-8BE77A48141B}"/>
              </a:ext>
            </a:extLst>
          </p:cNvPr>
          <p:cNvGrpSpPr/>
          <p:nvPr/>
        </p:nvGrpSpPr>
        <p:grpSpPr>
          <a:xfrm>
            <a:off x="2666454" y="2134375"/>
            <a:ext cx="5394182" cy="4383814"/>
            <a:chOff x="2717587" y="2437798"/>
            <a:chExt cx="4083554" cy="206685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7AC433B-348C-926F-2FC4-758E3CB5CD07}"/>
                </a:ext>
              </a:extLst>
            </p:cNvPr>
            <p:cNvSpPr/>
            <p:nvPr/>
          </p:nvSpPr>
          <p:spPr>
            <a:xfrm>
              <a:off x="2833372" y="2447208"/>
              <a:ext cx="1916291" cy="536841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defTabSz="566928">
                <a:spcBef>
                  <a:spcPts val="744"/>
                </a:spcBef>
                <a:defRPr/>
              </a:pPr>
              <a:r>
                <a:rPr lang="en-SG" sz="1116" b="1" kern="0">
                  <a:latin typeface="Calibri" panose="020F0502020204030204"/>
                  <a:ea typeface="+mn-ea"/>
                  <a:cs typeface="+mn-cs"/>
                </a:rPr>
                <a:t>Like</a:t>
              </a:r>
            </a:p>
            <a:p>
              <a:pPr defTabSz="566928">
                <a:defRPr/>
              </a:pPr>
              <a:r>
                <a:rPr lang="en-SG" sz="850" kern="0">
                  <a:ea typeface="+mn-lt"/>
                  <a:cs typeface="+mn-lt"/>
                </a:rPr>
                <a:t>The student liked having schedules, explanations and practice activities in one application. The score bar and progress indicators made revision feel more engaging.</a:t>
              </a:r>
              <a:endParaRPr lang="en-SG">
                <a:ea typeface="+mn-lt"/>
                <a:cs typeface="+mn-lt"/>
              </a:endParaRPr>
            </a:p>
            <a:p>
              <a:pPr defTabSz="566928">
                <a:defRPr/>
              </a:pPr>
              <a:endParaRPr lang="en-SG" sz="850" kern="0">
                <a:ea typeface="+mn-lt"/>
                <a:cs typeface="+mn-lt"/>
              </a:endParaRPr>
            </a:p>
            <a:p>
              <a:pPr defTabSz="566928">
                <a:spcBef>
                  <a:spcPts val="744"/>
                </a:spcBef>
                <a:defRPr/>
              </a:pPr>
              <a:endParaRPr lang="en-SG" sz="850" kern="0">
                <a:ea typeface="+mn-lt"/>
                <a:cs typeface="+mn-lt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9762D4C-37CB-3E6F-D3CC-FBD147C67415}"/>
                </a:ext>
              </a:extLst>
            </p:cNvPr>
            <p:cNvSpPr/>
            <p:nvPr/>
          </p:nvSpPr>
          <p:spPr>
            <a:xfrm>
              <a:off x="5223877" y="2437798"/>
              <a:ext cx="1577264" cy="421963"/>
            </a:xfrm>
            <a:prstGeom prst="rect">
              <a:avLst/>
            </a:prstGeom>
          </p:spPr>
          <p:txBody>
            <a:bodyPr wrap="square" lIns="91440" tIns="45720" rIns="91440" bIns="45720" anchor="t">
              <a:spAutoFit/>
            </a:bodyPr>
            <a:lstStyle/>
            <a:p>
              <a:pPr defTabSz="566928">
                <a:spcAft>
                  <a:spcPts val="600"/>
                </a:spcAft>
                <a:defRPr/>
              </a:pPr>
              <a:r>
                <a:rPr lang="en-SG" sz="1116" b="1" kern="0">
                  <a:latin typeface="Calibri" panose="020F0502020204030204"/>
                  <a:ea typeface="+mn-ea"/>
                  <a:cs typeface="+mn-cs"/>
                </a:rPr>
                <a:t>Wishes</a:t>
              </a:r>
            </a:p>
            <a:p>
              <a:pPr defTabSz="566928">
                <a:spcAft>
                  <a:spcPts val="600"/>
                </a:spcAft>
                <a:defRPr/>
              </a:pPr>
              <a:r>
                <a:rPr lang="en-SG" sz="850" kern="0">
                  <a:ea typeface="+mn-lt"/>
                  <a:cs typeface="+mn-lt"/>
                </a:rPr>
                <a:t>More visual and interactive learning formats.</a:t>
              </a:r>
              <a:endParaRPr lang="en-SG">
                <a:ea typeface="+mn-lt"/>
                <a:cs typeface="+mn-lt"/>
              </a:endParaRPr>
            </a:p>
            <a:p>
              <a:pPr marL="285750" marR="0" lvl="0" indent="-2857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72DEE4D-5B40-DFAE-02C8-ED87A4ECE608}"/>
                </a:ext>
              </a:extLst>
            </p:cNvPr>
            <p:cNvSpPr/>
            <p:nvPr/>
          </p:nvSpPr>
          <p:spPr>
            <a:xfrm>
              <a:off x="2717587" y="3554249"/>
              <a:ext cx="1867487" cy="435265"/>
            </a:xfrm>
            <a:prstGeom prst="rect">
              <a:avLst/>
            </a:prstGeom>
          </p:spPr>
          <p:txBody>
            <a:bodyPr wrap="square" lIns="91440" tIns="45720" rIns="91440" bIns="45720" anchor="t">
              <a:spAutoFit/>
            </a:bodyPr>
            <a:lstStyle/>
            <a:p>
              <a:pPr defTabSz="566928">
                <a:spcBef>
                  <a:spcPts val="372"/>
                </a:spcBef>
                <a:defRPr/>
              </a:pPr>
              <a:r>
                <a:rPr lang="en-SG" sz="1116" b="1" kern="0">
                  <a:latin typeface="Calibri" panose="020F0502020204030204"/>
                  <a:ea typeface="+mn-ea"/>
                  <a:cs typeface="+mn-cs"/>
                </a:rPr>
                <a:t>Questions</a:t>
              </a:r>
            </a:p>
            <a:p>
              <a:pPr defTabSz="566928">
                <a:spcBef>
                  <a:spcPts val="372"/>
                </a:spcBef>
                <a:defRPr/>
              </a:pPr>
              <a:r>
                <a:rPr lang="en-SG" sz="850" kern="0">
                  <a:ea typeface="+mn-lt"/>
                  <a:cs typeface="+mn-lt"/>
                </a:rPr>
                <a:t>“Can </a:t>
              </a:r>
              <a:r>
                <a:rPr lang="en-SG" sz="850" kern="0" err="1">
                  <a:ea typeface="+mn-lt"/>
                  <a:cs typeface="+mn-lt"/>
                </a:rPr>
                <a:t>StudyPal</a:t>
              </a:r>
              <a:r>
                <a:rPr lang="en-SG" sz="850" kern="0">
                  <a:ea typeface="+mn-lt"/>
                  <a:cs typeface="+mn-lt"/>
                </a:rPr>
                <a:t> remember the mistakes I repeatedly make across different practice sessions?”</a:t>
              </a:r>
              <a:endParaRPr lang="en-SG">
                <a:ea typeface="+mn-lt"/>
                <a:cs typeface="+mn-lt"/>
              </a:endParaRPr>
            </a:p>
            <a:p>
              <a:pPr marL="285750" marR="0" lvl="0" indent="-2857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F18EE1-108F-8A28-92D1-200D3D01197B}"/>
                </a:ext>
              </a:extLst>
            </p:cNvPr>
            <p:cNvSpPr/>
            <p:nvPr/>
          </p:nvSpPr>
          <p:spPr>
            <a:xfrm>
              <a:off x="5435907" y="3554249"/>
              <a:ext cx="1213455" cy="950400"/>
            </a:xfrm>
            <a:prstGeom prst="rect">
              <a:avLst/>
            </a:prstGeom>
          </p:spPr>
          <p:txBody>
            <a:bodyPr wrap="square" lIns="91440" tIns="45720" rIns="91440" bIns="45720" anchor="t">
              <a:spAutoFit/>
            </a:bodyPr>
            <a:lstStyle/>
            <a:p>
              <a:pPr defTabSz="566928">
                <a:spcBef>
                  <a:spcPts val="372"/>
                </a:spcBef>
                <a:defRPr/>
              </a:pPr>
              <a:r>
                <a:rPr lang="en-SG" sz="1116" b="1" kern="0">
                  <a:latin typeface="Calibri" panose="020F0502020204030204"/>
                  <a:ea typeface="+mn-ea"/>
                  <a:cs typeface="+mn-cs"/>
                </a:rPr>
                <a:t>Ideas</a:t>
              </a:r>
            </a:p>
            <a:p>
              <a:pPr defTabSz="566928">
                <a:defRPr/>
              </a:pPr>
              <a:r>
                <a:rPr lang="en-SG" sz="850" kern="0">
                  <a:ea typeface="+mn-lt"/>
                  <a:cs typeface="+mn-lt"/>
                </a:rPr>
                <a:t>Add a weak-topic dashboard containing:</a:t>
              </a:r>
              <a:endParaRPr lang="en-SG">
                <a:ea typeface="+mn-lt"/>
                <a:cs typeface="+mn-lt"/>
              </a:endParaRPr>
            </a:p>
            <a:p>
              <a:pPr marL="285750" indent="-285750" defTabSz="566928">
                <a:buFont typeface="Arial"/>
                <a:buChar char="•"/>
                <a:defRPr/>
              </a:pPr>
              <a:r>
                <a:rPr lang="en-SG" sz="850" kern="0">
                  <a:ea typeface="+mn-lt"/>
                  <a:cs typeface="+mn-lt"/>
                </a:rPr>
                <a:t>Frequently incorrect topics </a:t>
              </a:r>
              <a:endParaRPr lang="en-SG"/>
            </a:p>
            <a:p>
              <a:pPr marL="285750" indent="-285750" defTabSz="566928">
                <a:buFont typeface="Arial"/>
                <a:buChar char="•"/>
                <a:defRPr/>
              </a:pPr>
              <a:r>
                <a:rPr lang="en-SG" sz="850" kern="0">
                  <a:ea typeface="+mn-lt"/>
                  <a:cs typeface="+mn-lt"/>
                </a:rPr>
                <a:t>Flashcards </a:t>
              </a:r>
              <a:endParaRPr lang="en-SG"/>
            </a:p>
            <a:p>
              <a:pPr marL="285750" indent="-285750" defTabSz="566928">
                <a:buFont typeface="Arial"/>
                <a:buChar char="•"/>
                <a:defRPr/>
              </a:pPr>
              <a:r>
                <a:rPr lang="en-SG" sz="850" kern="0">
                  <a:ea typeface="+mn-lt"/>
                  <a:cs typeface="+mn-lt"/>
                </a:rPr>
                <a:t>Visual explanations </a:t>
              </a:r>
              <a:endParaRPr lang="en-SG"/>
            </a:p>
            <a:p>
              <a:pPr marL="285750" indent="-285750" defTabSz="566928">
                <a:buFont typeface="Arial"/>
                <a:buChar char="•"/>
                <a:defRPr/>
              </a:pPr>
              <a:r>
                <a:rPr lang="en-SG" sz="850" kern="0">
                  <a:ea typeface="+mn-lt"/>
                  <a:cs typeface="+mn-lt"/>
                </a:rPr>
                <a:t>Daily revision challenges </a:t>
              </a:r>
              <a:endParaRPr lang="en-SG"/>
            </a:p>
            <a:p>
              <a:pPr marL="285750" indent="-285750" defTabSz="566928">
                <a:buFont typeface="Arial"/>
                <a:buChar char="•"/>
                <a:defRPr/>
              </a:pPr>
              <a:r>
                <a:rPr lang="en-SG" sz="850" kern="0">
                  <a:ea typeface="+mn-lt"/>
                  <a:cs typeface="+mn-lt"/>
                </a:rPr>
                <a:t>Personalised quiz recommendations</a:t>
              </a:r>
              <a:endParaRPr lang="en-SG"/>
            </a:p>
            <a:p>
              <a:pPr defTabSz="566928">
                <a:defRPr/>
              </a:pPr>
              <a:endParaRPr lang="en-SG" sz="850" kern="0"/>
            </a:p>
            <a:p>
              <a:pPr defTabSz="566928">
                <a:defRPr/>
              </a:pPr>
              <a:endParaRPr lang="en-SG" sz="850" kern="0">
                <a:ea typeface="+mn-lt"/>
                <a:cs typeface="+mn-lt"/>
              </a:endParaRPr>
            </a:p>
            <a:p>
              <a:pPr defTabSz="566928">
                <a:spcBef>
                  <a:spcPts val="372"/>
                </a:spcBef>
                <a:defRPr/>
              </a:pPr>
              <a:endParaRPr lang="en-SG" sz="850" kern="0">
                <a:ea typeface="+mn-lt"/>
                <a:cs typeface="+mn-lt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A71CB9B-C624-671C-630D-4852AA5F4FCD}"/>
              </a:ext>
            </a:extLst>
          </p:cNvPr>
          <p:cNvSpPr txBox="1"/>
          <p:nvPr/>
        </p:nvSpPr>
        <p:spPr>
          <a:xfrm>
            <a:off x="926560" y="6009778"/>
            <a:ext cx="247082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Rating : 4/5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0C99AF-0639-9907-0081-A94910081787}"/>
              </a:ext>
            </a:extLst>
          </p:cNvPr>
          <p:cNvSpPr txBox="1"/>
          <p:nvPr/>
        </p:nvSpPr>
        <p:spPr>
          <a:xfrm>
            <a:off x="9510119" y="4272475"/>
            <a:ext cx="2136238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Feedback:</a:t>
            </a:r>
            <a:r>
              <a:rPr lang="en-US" err="1">
                <a:ea typeface="+mn-lt"/>
                <a:cs typeface="+mn-lt"/>
              </a:rPr>
              <a:t>“The</a:t>
            </a:r>
            <a:r>
              <a:rPr lang="en-US">
                <a:ea typeface="+mn-lt"/>
                <a:cs typeface="+mn-lt"/>
              </a:rPr>
              <a:t> app is </a:t>
            </a:r>
            <a:r>
              <a:rPr lang="en-US" err="1">
                <a:ea typeface="+mn-lt"/>
                <a:cs typeface="+mn-lt"/>
              </a:rPr>
              <a:t>organised</a:t>
            </a:r>
            <a:r>
              <a:rPr lang="en-US">
                <a:ea typeface="+mn-lt"/>
                <a:cs typeface="+mn-lt"/>
              </a:rPr>
              <a:t> and the quiz progress is motivating, but I want more than normal multiple-choice questions.”</a:t>
            </a:r>
          </a:p>
        </p:txBody>
      </p:sp>
    </p:spTree>
    <p:extLst>
      <p:ext uri="{BB962C8B-B14F-4D97-AF65-F5344CB8AC3E}">
        <p14:creationId xmlns:p14="http://schemas.microsoft.com/office/powerpoint/2010/main" val="24445610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0D31786-DDA8-9DC7-C1DC-CD551CC456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658887"/>
              </p:ext>
            </p:extLst>
          </p:nvPr>
        </p:nvGraphicFramePr>
        <p:xfrm>
          <a:off x="0" y="0"/>
          <a:ext cx="12192001" cy="7023705"/>
        </p:xfrm>
        <a:graphic>
          <a:graphicData uri="http://schemas.openxmlformats.org/drawingml/2006/table">
            <a:tbl>
              <a:tblPr/>
              <a:tblGrid>
                <a:gridCol w="2429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4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68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15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979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714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03670">
                <a:tc gridSpan="6">
                  <a:txBody>
                    <a:bodyPr/>
                    <a:lstStyle/>
                    <a:p>
                      <a:pPr algn="l">
                        <a:lnSpc>
                          <a:spcPts val="5599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chivo Black"/>
                        </a:rPr>
                        <a:t>BUSINESS MODEL CANVAS :</a:t>
                      </a:r>
                      <a:endParaRPr lang="en-US" sz="700"/>
                    </a:p>
                  </a:txBody>
                  <a:tcPr marL="19050" marR="19050" marT="19050" marB="1905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5599"/>
                        </a:lnSpc>
                        <a:defRPr/>
                      </a:pPr>
                      <a:r>
                        <a:rPr lang="en-US" sz="3999">
                          <a:solidFill>
                            <a:srgbClr val="000000"/>
                          </a:solidFill>
                          <a:latin typeface="Archivo Black"/>
                        </a:rPr>
                        <a:t>BUSINESS MODEL CANVAS:</a:t>
                      </a: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5599"/>
                        </a:lnSpc>
                        <a:defRPr/>
                      </a:pPr>
                      <a:r>
                        <a:rPr lang="en-US" sz="3999">
                          <a:solidFill>
                            <a:srgbClr val="000000"/>
                          </a:solidFill>
                          <a:latin typeface="Archivo Black"/>
                        </a:rPr>
                        <a:t>BUSINESS MODEL CANVAS:</a:t>
                      </a: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5599"/>
                        </a:lnSpc>
                        <a:defRPr/>
                      </a:pPr>
                      <a:r>
                        <a:rPr lang="en-US" sz="3999">
                          <a:solidFill>
                            <a:srgbClr val="000000"/>
                          </a:solidFill>
                          <a:latin typeface="Archivo Black"/>
                        </a:rPr>
                        <a:t>BUSINESS MODEL CANVAS:</a:t>
                      </a: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5599"/>
                        </a:lnSpc>
                        <a:defRPr/>
                      </a:pPr>
                      <a:r>
                        <a:rPr lang="en-US" sz="3999">
                          <a:solidFill>
                            <a:srgbClr val="000000"/>
                          </a:solidFill>
                          <a:latin typeface="Archivo Black"/>
                        </a:rPr>
                        <a:t>BUSINESS MODEL CANVAS:</a:t>
                      </a: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5599"/>
                        </a:lnSpc>
                        <a:defRPr/>
                      </a:pPr>
                      <a:r>
                        <a:rPr lang="en-US" sz="3999">
                          <a:solidFill>
                            <a:srgbClr val="000000"/>
                          </a:solidFill>
                          <a:latin typeface="Archivo Black"/>
                        </a:rPr>
                        <a:t>BUSINESS MODEL CANVAS:</a:t>
                      </a: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686">
                <a:tc gridSpan="2"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Poppins Bold"/>
                        </a:rPr>
                        <a:t>Student’s name:</a:t>
                      </a:r>
                      <a:endParaRPr lang="en-US" sz="1200"/>
                    </a:p>
                  </a:txBody>
                  <a:tcPr marL="19050" marR="19050" marT="19050" marB="1905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Poppins Bold"/>
                        </a:rPr>
                        <a:t>Student’s name:</a:t>
                      </a: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Poppins Bold"/>
                        </a:rPr>
                        <a:t>Class:</a:t>
                      </a:r>
                      <a:endParaRPr lang="en-US" sz="1200"/>
                    </a:p>
                  </a:txBody>
                  <a:tcPr marL="19050" marR="19050" marT="19050" marB="1905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Poppins Bold"/>
                        </a:rPr>
                        <a:t>Date:</a:t>
                      </a: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Poppins Bold"/>
                        </a:rPr>
                        <a:t>Date:</a:t>
                      </a: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100"/>
                        </a:lnSpc>
                        <a:defRPr/>
                      </a:pPr>
                      <a:endParaRPr lang="en-US" sz="1200"/>
                    </a:p>
                  </a:txBody>
                  <a:tcPr marL="19050" marR="19050" marT="19050" marB="1905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4633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Poppins Bold"/>
                        </a:rPr>
                        <a:t>Key Partners</a:t>
                      </a:r>
                      <a:endParaRPr lang="en-US" sz="1200"/>
                    </a:p>
                  </a:txBody>
                  <a:tcPr marL="19050" marR="19050" marT="19050" marB="1905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Poppins Bold"/>
                        </a:rPr>
                        <a:t>Key Activities</a:t>
                      </a:r>
                      <a:endParaRPr lang="en-US" sz="1200"/>
                    </a:p>
                  </a:txBody>
                  <a:tcPr marL="19050" marR="19050" marT="19050" marB="1905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Poppins Bold"/>
                        </a:rPr>
                        <a:t>Value Proposition</a:t>
                      </a:r>
                      <a:endParaRPr lang="en-US" sz="1200"/>
                    </a:p>
                  </a:txBody>
                  <a:tcPr marL="19050" marR="19050" marT="19050" marB="1905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Poppins Bold"/>
                        </a:rPr>
                        <a:t>Value Proposition</a:t>
                      </a: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Poppins Bold"/>
                        </a:rPr>
                        <a:t>Customer </a:t>
                      </a:r>
                      <a:endParaRPr lang="en-US" sz="1200"/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Poppins Bold"/>
                        </a:rPr>
                        <a:t>Relationship</a:t>
                      </a:r>
                    </a:p>
                  </a:txBody>
                  <a:tcPr marL="19050" marR="19050" marT="19050" marB="1905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Poppins Bold"/>
                        </a:rPr>
                        <a:t>Customer Segments</a:t>
                      </a:r>
                      <a:endParaRPr lang="en-US" sz="1200"/>
                    </a:p>
                  </a:txBody>
                  <a:tcPr marL="19050" marR="19050" marT="19050" marB="1905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8083">
                <a:tc rowSpan="3">
                  <a:txBody>
                    <a:bodyPr/>
                    <a:lstStyle/>
                    <a:p>
                      <a:pPr marL="0" lvl="1" indent="0" algn="l">
                        <a:lnSpc>
                          <a:spcPts val="2100"/>
                        </a:lnSpc>
                        <a:buNone/>
                      </a:pPr>
                      <a:r>
                        <a:rPr lang="en-US" sz="1200"/>
                        <a:t>               1. Polytechnic lecturers </a:t>
                      </a:r>
                      <a:endParaRPr lang="en-US"/>
                    </a:p>
                    <a:p>
                      <a:pPr lvl="1" algn="l">
                        <a:lnSpc>
                          <a:spcPts val="2100"/>
                        </a:lnSpc>
                      </a:pPr>
                      <a:r>
                        <a:rPr lang="en-US" sz="1200"/>
                        <a:t>2. Ai and cloud service providers</a:t>
                      </a:r>
                    </a:p>
                  </a:txBody>
                  <a:tcPr marL="19050" marR="19050" marT="19050" marB="1905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ts val="2100"/>
                        </a:lnSpc>
                        <a:buNone/>
                      </a:pPr>
                      <a:r>
                        <a:rPr lang="en-US" sz="1200"/>
                        <a:t>               1. Maintain Ai study features and quiz generation</a:t>
                      </a:r>
                      <a:endParaRPr lang="en-US"/>
                    </a:p>
                    <a:p>
                      <a:pPr lvl="1" algn="l">
                        <a:lnSpc>
                          <a:spcPts val="2100"/>
                        </a:lnSpc>
                      </a:pPr>
                      <a:r>
                        <a:rPr lang="en-US" sz="1200"/>
                        <a:t>2. Update course material and track student progress</a:t>
                      </a:r>
                    </a:p>
                  </a:txBody>
                  <a:tcPr marL="19050" marR="19050" marT="19050" marB="1905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lvl="1" algn="l">
                        <a:lnSpc>
                          <a:spcPts val="2100"/>
                        </a:lnSpc>
                      </a:pPr>
                      <a:r>
                        <a:rPr lang="en-US" sz="1200"/>
                        <a:t>1.</a:t>
                      </a:r>
                      <a:r>
                        <a:rPr lang="en-US" sz="1200" b="0" i="0" u="none" strike="noStrike" noProof="0">
                          <a:latin typeface="Aptos"/>
                        </a:rPr>
                        <a:t>Personalised AI study support based on weak topics and learning progress</a:t>
                      </a:r>
                      <a:endParaRPr lang="en-US" sz="1200"/>
                    </a:p>
                    <a:p>
                      <a:pPr lvl="1" algn="l">
                        <a:lnSpc>
                          <a:spcPts val="2100"/>
                        </a:lnSpc>
                      </a:pPr>
                      <a:r>
                        <a:rPr lang="en-US" sz="1200"/>
                        <a:t>2.</a:t>
                      </a:r>
                      <a:r>
                        <a:rPr lang="en-US" sz="1200" b="0" i="0" u="none" strike="noStrike" noProof="0">
                          <a:latin typeface="Aptos"/>
                        </a:rPr>
                        <a:t>Course-relevant explanations, quizzes and revision plans from uploaded materials</a:t>
                      </a:r>
                    </a:p>
                  </a:txBody>
                  <a:tcPr marL="19050" marR="19050" marT="19050" marB="1905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>
                        <a:lnSpc>
                          <a:spcPts val="2100"/>
                        </a:lnSpc>
                      </a:pPr>
                      <a:r>
                        <a:rPr lang="en-US" sz="1200"/>
                        <a:t>1.</a:t>
                      </a:r>
                      <a:r>
                        <a:rPr lang="en-US" sz="1200" b="0" i="0" u="none" strike="noStrike" noProof="0">
                          <a:latin typeface="Aptos"/>
                        </a:rPr>
                        <a:t>Personalised reminders and progress tracking</a:t>
                      </a:r>
                      <a:endParaRPr lang="en-US" sz="1200"/>
                    </a:p>
                    <a:p>
                      <a:pPr lvl="1" algn="l">
                        <a:lnSpc>
                          <a:spcPts val="2100"/>
                        </a:lnSpc>
                      </a:pPr>
                      <a:r>
                        <a:rPr lang="en-US" sz="1200"/>
                        <a:t>2.</a:t>
                      </a:r>
                      <a:r>
                        <a:rPr lang="en-US" sz="1200" b="0" i="0" u="none" strike="noStrike" noProof="0">
                          <a:latin typeface="Aptos"/>
                        </a:rPr>
                        <a:t>Guided learning support through hints, quizzes and explanations</a:t>
                      </a:r>
                    </a:p>
                    <a:p>
                      <a:pPr lvl="1" algn="l">
                        <a:lnSpc>
                          <a:spcPts val="2100"/>
                        </a:lnSpc>
                        <a:defRPr/>
                      </a:pPr>
                      <a:endParaRPr lang="en-US" sz="1200"/>
                    </a:p>
                  </a:txBody>
                  <a:tcPr marL="19050" marR="19050" marT="19050" marB="1905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rowSpan="3">
                  <a:txBody>
                    <a:bodyPr/>
                    <a:lstStyle/>
                    <a:p>
                      <a:pPr lvl="1" algn="l">
                        <a:lnSpc>
                          <a:spcPts val="2100"/>
                        </a:lnSpc>
                      </a:pPr>
                      <a:r>
                        <a:rPr lang="en-US" sz="1200"/>
                        <a:t>1.</a:t>
                      </a:r>
                      <a:r>
                        <a:rPr lang="en-US" sz="1200" b="0" i="0" u="none" strike="noStrike" noProof="0">
                          <a:latin typeface="Aptos"/>
                        </a:rPr>
                        <a:t>Polytechnic students who use AI for studying</a:t>
                      </a:r>
                      <a:endParaRPr lang="en-US" sz="1200"/>
                    </a:p>
                    <a:p>
                      <a:pPr lvl="1" algn="l">
                        <a:lnSpc>
                          <a:spcPts val="2100"/>
                        </a:lnSpc>
                      </a:pPr>
                      <a:r>
                        <a:rPr lang="en-US" sz="1200"/>
                        <a:t>2.</a:t>
                      </a:r>
                      <a:r>
                        <a:rPr lang="en-US" sz="1200" b="0" i="0" u="none" strike="noStrike" noProof="0">
                          <a:latin typeface="Aptos"/>
                        </a:rPr>
                        <a:t>Schools or lecturers who want better AI-supported learning tools</a:t>
                      </a:r>
                    </a:p>
                    <a:p>
                      <a:pPr lvl="1" algn="l">
                        <a:lnSpc>
                          <a:spcPts val="2100"/>
                        </a:lnSpc>
                        <a:defRPr/>
                      </a:pPr>
                      <a:endParaRPr lang="en-US" sz="1200"/>
                    </a:p>
                  </a:txBody>
                  <a:tcPr marL="19050" marR="19050" marT="19050" marB="1905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099">
                      <a:solidFill>
                        <a:srgbClr val="000000"/>
                      </a:solidFill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392">
                <a:tc vMerge="1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Poppins Bold"/>
                        </a:rPr>
                        <a:t>Key Resources</a:t>
                      </a:r>
                      <a:endParaRPr lang="en-US" sz="1200"/>
                    </a:p>
                  </a:txBody>
                  <a:tcPr marL="19050" marR="19050" marT="19050" marB="1905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Poppins Bold"/>
                        </a:rPr>
                        <a:t>Channels</a:t>
                      </a:r>
                      <a:endParaRPr lang="en-US" sz="1200"/>
                    </a:p>
                  </a:txBody>
                  <a:tcPr marL="19050" marR="19050" marT="19050" marB="1905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77620">
                <a:tc vMerge="1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>
                        <a:lnSpc>
                          <a:spcPts val="2100"/>
                        </a:lnSpc>
                      </a:pPr>
                      <a:r>
                        <a:rPr lang="en-US" sz="1200"/>
                        <a:t>1.</a:t>
                      </a:r>
                      <a:r>
                        <a:rPr lang="en-US" sz="1200" b="0" i="0" u="none" strike="noStrike" noProof="0">
                          <a:latin typeface="Aptos"/>
                        </a:rPr>
                        <a:t>AI model, uploaded lecture materials, student progress data</a:t>
                      </a:r>
                      <a:endParaRPr lang="en-US" sz="1200"/>
                    </a:p>
                    <a:p>
                      <a:pPr lvl="1" algn="l">
                        <a:lnSpc>
                          <a:spcPts val="2100"/>
                        </a:lnSpc>
                      </a:pPr>
                      <a:r>
                        <a:rPr lang="en-US" sz="1200"/>
                        <a:t>2.</a:t>
                      </a:r>
                      <a:r>
                        <a:rPr lang="en-US" sz="1200" b="0" i="0" u="none" strike="noStrike" noProof="0">
                          <a:latin typeface="Aptos"/>
                        </a:rPr>
                        <a:t>Developers, UI/UX designers, cloud storage</a:t>
                      </a:r>
                    </a:p>
                  </a:txBody>
                  <a:tcPr marL="19050" marR="19050" marT="19050" marB="1905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>
                        <a:lnSpc>
                          <a:spcPts val="2100"/>
                        </a:lnSpc>
                      </a:pPr>
                      <a:r>
                        <a:rPr lang="en-US" sz="1200"/>
                        <a:t>1.</a:t>
                      </a:r>
                      <a:r>
                        <a:rPr lang="en-US" sz="1200" b="0" i="0" u="none" strike="noStrike" noProof="0">
                          <a:latin typeface="Aptos"/>
                        </a:rPr>
                        <a:t>Mobile app / web app</a:t>
                      </a:r>
                      <a:endParaRPr lang="en-US" sz="1200"/>
                    </a:p>
                    <a:p>
                      <a:pPr lvl="1" algn="l">
                        <a:lnSpc>
                          <a:spcPts val="2100"/>
                        </a:lnSpc>
                      </a:pPr>
                      <a:r>
                        <a:rPr lang="en-US" sz="1200"/>
                        <a:t>2.</a:t>
                      </a:r>
                      <a:r>
                        <a:rPr lang="en-US" sz="1200" b="0" i="0" u="none" strike="noStrike" noProof="0">
                          <a:latin typeface="Aptos"/>
                        </a:rPr>
                        <a:t>School learning portal or student recommendations</a:t>
                      </a:r>
                    </a:p>
                  </a:txBody>
                  <a:tcPr marL="19050" marR="19050" marT="19050" marB="1905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392">
                <a:tc gridSpan="3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Poppins Bold"/>
                        </a:rPr>
                        <a:t>Cost Structure</a:t>
                      </a:r>
                      <a:endParaRPr lang="en-US" sz="1200"/>
                    </a:p>
                  </a:txBody>
                  <a:tcPr marL="19050" marR="19050" marT="19050" marB="1905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Poppins Bold"/>
                        </a:rPr>
                        <a:t>Cost Structure</a:t>
                      </a: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Poppins Bold"/>
                        </a:rPr>
                        <a:t>Cost Structure</a:t>
                      </a: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Poppins Bold"/>
                        </a:rPr>
                        <a:t>Revenue Streams</a:t>
                      </a:r>
                      <a:endParaRPr lang="en-US" sz="1200"/>
                    </a:p>
                  </a:txBody>
                  <a:tcPr marL="19050" marR="19050" marT="19050" marB="1905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Poppins Bold"/>
                        </a:rPr>
                        <a:t>Revenue Streams</a:t>
                      </a: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Poppins Bold"/>
                        </a:rPr>
                        <a:t>Revenue Streams</a:t>
                      </a: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73523">
                <a:tc gridSpan="3">
                  <a:txBody>
                    <a:bodyPr/>
                    <a:lstStyle/>
                    <a:p>
                      <a:pPr lvl="1" algn="l">
                        <a:lnSpc>
                          <a:spcPts val="2100"/>
                        </a:lnSpc>
                      </a:pPr>
                      <a:r>
                        <a:rPr lang="en-US" sz="1200"/>
                        <a:t>1.</a:t>
                      </a:r>
                      <a:r>
                        <a:rPr lang="en-US" sz="1200" b="0" i="0" u="none" strike="noStrike" noProof="0">
                          <a:latin typeface="Aptos"/>
                        </a:rPr>
                        <a:t>AI API, cloud hosting and data storage costs</a:t>
                      </a:r>
                      <a:endParaRPr lang="en-US" sz="1200"/>
                    </a:p>
                    <a:p>
                      <a:pPr lvl="1" algn="l">
                        <a:lnSpc>
                          <a:spcPts val="2100"/>
                        </a:lnSpc>
                      </a:pPr>
                      <a:r>
                        <a:rPr lang="en-US" sz="1200"/>
                        <a:t>2.</a:t>
                      </a:r>
                      <a:r>
                        <a:rPr lang="en-US" sz="1200" b="0" i="0" u="none" strike="noStrike" noProof="0">
                          <a:latin typeface="Aptos"/>
                        </a:rPr>
                        <a:t>App development, maintenance and security costs</a:t>
                      </a:r>
                    </a:p>
                    <a:p>
                      <a:pPr lvl="1" algn="l">
                        <a:lnSpc>
                          <a:spcPts val="2100"/>
                        </a:lnSpc>
                        <a:defRPr/>
                      </a:pPr>
                      <a:endParaRPr lang="en-US" sz="1200"/>
                    </a:p>
                  </a:txBody>
                  <a:tcPr marL="19050" marR="19050" marT="19050" marB="1905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1" algn="l">
                        <a:lnSpc>
                          <a:spcPts val="2100"/>
                        </a:lnSpc>
                      </a:pPr>
                      <a:r>
                        <a:rPr lang="en-US" sz="1200"/>
                        <a:t>1.</a:t>
                      </a:r>
                      <a:r>
                        <a:rPr lang="en-US" sz="1200" b="0" i="0" u="none" strike="noStrike" noProof="0">
                          <a:latin typeface="Aptos"/>
                        </a:rPr>
                        <a:t>Freemium model with paid premium features</a:t>
                      </a:r>
                      <a:endParaRPr lang="en-US" sz="1200"/>
                    </a:p>
                    <a:p>
                      <a:pPr lvl="1" algn="l">
                        <a:lnSpc>
                          <a:spcPts val="2100"/>
                        </a:lnSpc>
                      </a:pPr>
                      <a:r>
                        <a:rPr lang="en-US" sz="1200"/>
                        <a:t>2.</a:t>
                      </a:r>
                      <a:r>
                        <a:rPr lang="en-US" sz="1200" b="0" i="0" u="none" strike="noStrike" noProof="0">
                          <a:latin typeface="Aptos"/>
                        </a:rPr>
                        <a:t>School subscription or institutional </a:t>
                      </a:r>
                      <a:r>
                        <a:rPr lang="en-US" sz="1200" b="0" i="0" u="none" strike="noStrike" noProof="0" err="1">
                          <a:latin typeface="Aptos"/>
                        </a:rPr>
                        <a:t>licence</a:t>
                      </a:r>
                    </a:p>
                    <a:p>
                      <a:pPr lvl="1" algn="l">
                        <a:lnSpc>
                          <a:spcPts val="2100"/>
                        </a:lnSpc>
                        <a:defRPr/>
                      </a:pPr>
                      <a:endParaRPr lang="en-US" sz="1200"/>
                    </a:p>
                  </a:txBody>
                  <a:tcPr marL="19050" marR="19050" marT="19050" marB="1905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58529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1E85ED7-6E6F-7208-70E9-101119A46B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428696"/>
              </p:ext>
            </p:extLst>
          </p:nvPr>
        </p:nvGraphicFramePr>
        <p:xfrm>
          <a:off x="403414" y="379529"/>
          <a:ext cx="11376210" cy="5973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1592">
                  <a:extLst>
                    <a:ext uri="{9D8B030D-6E8A-4147-A177-3AD203B41FA5}">
                      <a16:colId xmlns:a16="http://schemas.microsoft.com/office/drawing/2014/main" val="2001039025"/>
                    </a:ext>
                  </a:extLst>
                </a:gridCol>
                <a:gridCol w="2884546">
                  <a:extLst>
                    <a:ext uri="{9D8B030D-6E8A-4147-A177-3AD203B41FA5}">
                      <a16:colId xmlns:a16="http://schemas.microsoft.com/office/drawing/2014/main" val="2068113619"/>
                    </a:ext>
                  </a:extLst>
                </a:gridCol>
                <a:gridCol w="2884546">
                  <a:extLst>
                    <a:ext uri="{9D8B030D-6E8A-4147-A177-3AD203B41FA5}">
                      <a16:colId xmlns:a16="http://schemas.microsoft.com/office/drawing/2014/main" val="1296241296"/>
                    </a:ext>
                  </a:extLst>
                </a:gridCol>
                <a:gridCol w="2385526">
                  <a:extLst>
                    <a:ext uri="{9D8B030D-6E8A-4147-A177-3AD203B41FA5}">
                      <a16:colId xmlns:a16="http://schemas.microsoft.com/office/drawing/2014/main" val="3154754670"/>
                    </a:ext>
                  </a:extLst>
                </a:gridCol>
              </a:tblGrid>
              <a:tr h="1073449">
                <a:tc gridSpan="4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400" kern="100">
                          <a:solidFill>
                            <a:schemeClr val="bg1"/>
                          </a:solidFill>
                          <a:effectLst/>
                          <a:latin typeface="Aptos ExtraBold"/>
                          <a:ea typeface="DengXian"/>
                          <a:cs typeface="Times New Roman"/>
                        </a:rPr>
                        <a:t>INNOVATION &amp; ENTREPRENEURSHIP </a:t>
                      </a:r>
                      <a:br>
                        <a:rPr lang="en-US" sz="2400" kern="100">
                          <a:solidFill>
                            <a:srgbClr val="FFFFFF"/>
                          </a:solidFill>
                          <a:effectLst/>
                          <a:latin typeface="Aptos ExtraBold"/>
                          <a:ea typeface="DengXian"/>
                          <a:cs typeface="Times New Roman"/>
                        </a:rPr>
                      </a:br>
                      <a:r>
                        <a:rPr lang="en-US" sz="2400" kern="100">
                          <a:solidFill>
                            <a:schemeClr val="bg1"/>
                          </a:solidFill>
                          <a:effectLst/>
                          <a:latin typeface="Aptos ExtraBold"/>
                          <a:ea typeface="DengXian"/>
                          <a:cs typeface="Times New Roman"/>
                        </a:rPr>
                        <a:t>INTERDISCIPLINARY LEARNING ROADMAP</a:t>
                      </a:r>
                      <a:endParaRPr lang="en-US" sz="2400" kern="100">
                        <a:effectLst/>
                        <a:latin typeface="Aptos ExtraBold"/>
                        <a:ea typeface="DengXian"/>
                        <a:cs typeface="Times New Roman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1943" marR="71943" marT="35745" marB="35745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1943" marR="71943" marT="35745" marB="35745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1943" marR="71943" marT="35745" marB="35745"/>
                </a:tc>
                <a:extLst>
                  <a:ext uri="{0D108BD9-81ED-4DB2-BD59-A6C34878D82A}">
                    <a16:rowId xmlns:a16="http://schemas.microsoft.com/office/drawing/2014/main" val="185519596"/>
                  </a:ext>
                </a:extLst>
              </a:tr>
              <a:tr h="3220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2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00" b="1" kern="100">
                          <a:effectLst/>
                        </a:rPr>
                        <a:t>Problem 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00" b="1" kern="100">
                          <a:effectLst/>
                        </a:rPr>
                        <a:t>Ideation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00" b="1" kern="100">
                          <a:effectLst/>
                        </a:rPr>
                        <a:t>Prototyping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9393308"/>
                  </a:ext>
                </a:extLst>
              </a:tr>
              <a:tr h="1568908">
                <a:tc rowSpan="3"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00" b="1" kern="100">
                          <a:effectLst/>
                        </a:rPr>
                        <a:t>Disciplines to be integrated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r>
                        <a:rPr lang="en-US" sz="1200" kern="100">
                          <a:effectLst/>
                        </a:rPr>
                        <a:t>How is each discipline relevant to the problem?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r>
                        <a:rPr lang="en-US" sz="1200" kern="100">
                          <a:effectLst/>
                        </a:rPr>
                        <a:t>What substantial contribution does each discipline make? 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-"/>
                        <a:tabLst>
                          <a:tab pos="457200" algn="l"/>
                        </a:tabLst>
                      </a:pPr>
                      <a:r>
                        <a:rPr lang="en-US" sz="1200" kern="100">
                          <a:effectLst/>
                        </a:rPr>
                        <a:t>What are some of the recommended resources for each discipline?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-"/>
                      </a:pPr>
                      <a:endParaRPr lang="en-US" sz="1200" kern="100">
                        <a:effectLst/>
                      </a:endParaRPr>
                    </a:p>
                    <a:p>
                      <a:pPr marL="0" marR="0" lv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00" b="1" kern="100">
                          <a:effectLst/>
                        </a:rPr>
                        <a:t>Discipline 1: </a:t>
                      </a:r>
                      <a:r>
                        <a:rPr lang="en-US" sz="1200" b="0" i="0" u="none" strike="noStrike" kern="100" noProof="0">
                          <a:effectLst/>
                          <a:latin typeface="Aptos"/>
                        </a:rPr>
                        <a:t>Artificial Intelligence &amp; Data Analytics</a:t>
                      </a:r>
                    </a:p>
                    <a:p>
                      <a:pPr marL="0" marR="0" lv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200" b="1" i="0" u="none" strike="noStrike" kern="100" noProof="0">
                        <a:effectLst/>
                        <a:latin typeface="Aptos"/>
                      </a:endParaRPr>
                    </a:p>
                    <a:p>
                      <a:pPr marL="0" marR="0" lv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00" noProof="0">
                          <a:effectLst/>
                          <a:latin typeface="Aptos"/>
                        </a:rPr>
                        <a:t>Discipline 2 : </a:t>
                      </a:r>
                      <a:r>
                        <a:rPr lang="en-US" sz="1200" b="0" i="0" u="none" strike="noStrike" kern="100" noProof="0">
                          <a:effectLst/>
                        </a:rPr>
                        <a:t>Education &amp; Learning Psychology</a:t>
                      </a:r>
                      <a:endParaRPr lang="en-US" sz="1200" b="0" i="0" u="none" strike="noStrike" kern="100" noProof="0">
                        <a:effectLst/>
                        <a:latin typeface="Aptos"/>
                      </a:endParaRPr>
                    </a:p>
                    <a:p>
                      <a:pPr marL="0" marR="0" lv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00" noProof="0">
                        <a:effectLst/>
                      </a:endParaRPr>
                    </a:p>
                    <a:p>
                      <a:pPr marL="0" marR="0" lv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00" noProof="0">
                          <a:effectLst/>
                        </a:rPr>
                        <a:t>Discipline 3: </a:t>
                      </a:r>
                      <a:r>
                        <a:rPr lang="en-US" sz="1200" b="0" i="0" u="none" strike="noStrike" kern="100" noProof="0">
                          <a:effectLst/>
                          <a:latin typeface="Aptos"/>
                        </a:rPr>
                        <a:t>User Experience &amp; Software Design</a:t>
                      </a:r>
                      <a:endParaRPr lang="en-US" sz="1200" b="0" i="0" u="none" strike="noStrike" kern="100" noProof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00" b="1" kern="100">
                          <a:effectLst/>
                        </a:rPr>
                        <a:t>Discipline 1:  </a:t>
                      </a:r>
                      <a:r>
                        <a:rPr lang="en-US" sz="1200" b="0" i="0" u="none" strike="noStrike" kern="100" noProof="0">
                          <a:effectLst/>
                          <a:latin typeface="Aptos"/>
                        </a:rPr>
                        <a:t>AI and data analytics helped us identify that existing AI tools usually provide generic responses and do not track students’ learning levels, weak topics or progress over time.</a:t>
                      </a:r>
                      <a:endParaRPr lang="en-US" sz="1200" b="1" kern="100">
                        <a:effectLst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00" b="1" kern="100">
                          <a:effectLst/>
                        </a:rPr>
                        <a:t>Discipline 1: </a:t>
                      </a:r>
                      <a:r>
                        <a:rPr lang="en-US" sz="1200" b="0" i="0" u="none" strike="noStrike" kern="100" noProof="0">
                          <a:effectLst/>
                          <a:latin typeface="Aptos"/>
                        </a:rPr>
                        <a:t>This discipline contributed ideas such as adaptive explanations, personalized quizzes, weak-topic detection, course-material analysis and automatic revision recommendations.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00" b="1" kern="100">
                          <a:effectLst/>
                        </a:rPr>
                        <a:t>Discipline 1: </a:t>
                      </a:r>
                      <a:r>
                        <a:rPr lang="en-US" sz="1200" b="0" i="0" u="none" strike="noStrike" kern="100" noProof="0">
                          <a:effectLst/>
                          <a:latin typeface="Aptos"/>
                        </a:rPr>
                        <a:t>It was applied in </a:t>
                      </a:r>
                      <a:r>
                        <a:rPr lang="en-US" sz="1200" b="0" i="0" u="none" strike="noStrike" kern="100" noProof="0" err="1">
                          <a:effectLst/>
                          <a:latin typeface="Aptos"/>
                        </a:rPr>
                        <a:t>StudyPal</a:t>
                      </a:r>
                      <a:r>
                        <a:rPr lang="en-US" sz="1200" b="0" i="0" u="none" strike="noStrike" kern="100" noProof="0">
                          <a:effectLst/>
                          <a:latin typeface="Aptos"/>
                        </a:rPr>
                        <a:t> through subject-specific AI chats, different explanation modes, automatic schedule generation, </a:t>
                      </a:r>
                      <a:r>
                        <a:rPr lang="en-US" sz="1200" b="0" i="0" u="none" strike="noStrike" kern="100" noProof="0" err="1">
                          <a:effectLst/>
                          <a:latin typeface="Aptos"/>
                        </a:rPr>
                        <a:t>personalised</a:t>
                      </a:r>
                      <a:r>
                        <a:rPr lang="en-US" sz="1200" b="0" i="0" u="none" strike="noStrike" kern="100" noProof="0">
                          <a:effectLst/>
                          <a:latin typeface="Aptos"/>
                        </a:rPr>
                        <a:t> practice questions and progress tracking.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287181"/>
                  </a:ext>
                </a:extLst>
              </a:tr>
              <a:tr h="148318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00" b="1" kern="100">
                          <a:effectLst/>
                        </a:rPr>
                        <a:t>Discipline 2: </a:t>
                      </a:r>
                      <a:r>
                        <a:rPr lang="en-US" sz="1200" b="0" i="0" u="none" strike="noStrike" kern="100" noProof="0">
                          <a:effectLst/>
                          <a:latin typeface="Aptos"/>
                        </a:rPr>
                        <a:t>Learning psychology helped us understand that students may complete tasks using AI without developing genuine understanding, especially when answers are provided immediately.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00" b="1" kern="100">
                          <a:effectLst/>
                        </a:rPr>
                        <a:t>Discipline 2: </a:t>
                      </a:r>
                      <a:r>
                        <a:rPr lang="en-US" sz="1200" b="0" i="0" u="none" strike="noStrike" kern="100" noProof="0">
                          <a:effectLst/>
                          <a:latin typeface="Aptos"/>
                        </a:rPr>
                        <a:t>It contributed learning methods such as guiding questions, hints, active recall, reflection, spaced revision and adjusting difficulty according to student performance.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00" b="1" kern="100">
                          <a:effectLst/>
                        </a:rPr>
                        <a:t>Discipline 2: </a:t>
                      </a:r>
                      <a:r>
                        <a:rPr lang="en-US" sz="1200" b="0" i="0" u="none" strike="noStrike" kern="100" noProof="0">
                          <a:effectLst/>
                          <a:latin typeface="Aptos"/>
                        </a:rPr>
                        <a:t>It was applied through guided explanations, practice questions, feedback after mistakes, step-by-step learning and revision plans that encourage independent learning.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6594029"/>
                  </a:ext>
                </a:extLst>
              </a:tr>
              <a:tr h="152552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00" b="1" kern="100">
                          <a:effectLst/>
                        </a:rPr>
                        <a:t>Discipline 3: </a:t>
                      </a:r>
                      <a:r>
                        <a:rPr lang="en-US" sz="1200" b="0" i="0" u="none" strike="noStrike" kern="100" noProof="0">
                          <a:effectLst/>
                          <a:latin typeface="Aptos"/>
                        </a:rPr>
                        <a:t>UX research helped identify students’ frustration with long responses, complicated interfaces, repeated prompting and AI answers that do not match their course needs.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00" b="1" kern="100">
                          <a:effectLst/>
                        </a:rPr>
                        <a:t>Discipline 3: </a:t>
                      </a:r>
                      <a:r>
                        <a:rPr lang="en-US" sz="1200" b="0" i="0" u="none" strike="noStrike" kern="100" noProof="0">
                          <a:effectLst/>
                          <a:latin typeface="Aptos"/>
                        </a:rPr>
                        <a:t>It contributed ideas such as a simple dashboard, clear subject navigation, quick-help options, explanation-style selection and an </a:t>
                      </a:r>
                      <a:r>
                        <a:rPr lang="en-US" sz="1200" b="0" i="0" u="none" strike="noStrike" kern="100" noProof="0" err="1">
                          <a:effectLst/>
                          <a:latin typeface="Aptos"/>
                        </a:rPr>
                        <a:t>organised</a:t>
                      </a:r>
                      <a:r>
                        <a:rPr lang="en-US" sz="1200" b="0" i="0" u="none" strike="noStrike" kern="100" noProof="0">
                          <a:effectLst/>
                          <a:latin typeface="Aptos"/>
                        </a:rPr>
                        <a:t> study schedule.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00" b="1" kern="100">
                          <a:effectLst/>
                        </a:rPr>
                        <a:t>Discipline 3: </a:t>
                      </a:r>
                      <a:r>
                        <a:rPr lang="en-US" sz="1200" b="0" i="0" u="none" strike="noStrike" kern="100" noProof="0">
                          <a:effectLst/>
                          <a:latin typeface="Aptos"/>
                        </a:rPr>
                        <a:t>It was applied in </a:t>
                      </a:r>
                      <a:r>
                        <a:rPr lang="en-US" sz="1200" b="0" i="0" u="none" strike="noStrike" kern="100" noProof="0" err="1">
                          <a:effectLst/>
                          <a:latin typeface="Aptos"/>
                        </a:rPr>
                        <a:t>StudyPal’s</a:t>
                      </a:r>
                      <a:r>
                        <a:rPr lang="en-US" sz="1200" b="0" i="0" u="none" strike="noStrike" kern="100" noProof="0">
                          <a:effectLst/>
                          <a:latin typeface="Aptos"/>
                        </a:rPr>
                        <a:t> interactive interface, including the Home dashboard, Schedule, Explain, Practice and Progress sections, with clear and student-friendly navigation.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9082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4883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C876E265204A49853E910F86273C51" ma:contentTypeVersion="3" ma:contentTypeDescription="Create a new document." ma:contentTypeScope="" ma:versionID="9d527db777866bd69ac3a8c90b77ee93">
  <xsd:schema xmlns:xsd="http://www.w3.org/2001/XMLSchema" xmlns:xs="http://www.w3.org/2001/XMLSchema" xmlns:p="http://schemas.microsoft.com/office/2006/metadata/properties" xmlns:ns2="70737368-c383-4e1e-b8a6-0002dc831daf" targetNamespace="http://schemas.microsoft.com/office/2006/metadata/properties" ma:root="true" ma:fieldsID="d9adc0da3ce0d3e09e3e2ec797778242" ns2:_="">
    <xsd:import namespace="70737368-c383-4e1e-b8a6-0002dc831d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737368-c383-4e1e-b8a6-0002dc831d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94CA188-2243-4D8F-8000-9F261EFD9A8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2082B26-5EBD-4CAB-AAFF-DD5643B529CB}">
  <ds:schemaRefs>
    <ds:schemaRef ds:uri="70737368-c383-4e1e-b8a6-0002dc831da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8B97010-C96E-4B7C-B840-CBC76F87E87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18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Project Title - Learn Smarter — AI-Powered Personalized Education</vt:lpstr>
      <vt:lpstr>Stage 1 – Empathy   Design Challenge – Learning with AI</vt:lpstr>
      <vt:lpstr>Stage 1 – Empathy - Empathy Map</vt:lpstr>
      <vt:lpstr>Stage 1 – Empathy -  Develop Insight Students Want More Than Fast Answers</vt:lpstr>
      <vt:lpstr>Stage 2 - Define (POV Statement)</vt:lpstr>
      <vt:lpstr>Stage 3 - Ideate (“How Might We…” Statement)</vt:lpstr>
      <vt:lpstr>Stage 3 - Idea 1</vt:lpstr>
      <vt:lpstr>Stage 3 - Idea 2</vt:lpstr>
      <vt:lpstr>Stage 3 - Idea 3</vt:lpstr>
      <vt:lpstr>Stage 4 – Prototype - Storyboard</vt:lpstr>
      <vt:lpstr>Stage 4 – Prototype – Picture/Video of Prototype</vt:lpstr>
      <vt:lpstr>Stage 5 – Testing (Tester 1 Chill Student)</vt:lpstr>
      <vt:lpstr>Stage 5 – Testing ( Tester 2 Busy student with CCA)</vt:lpstr>
      <vt:lpstr>Stage 5 – Testing ( Tester 3 High achieving student)</vt:lpstr>
      <vt:lpstr>Stage 5 – Testing ( Tester 4  student struggling academically)</vt:lpstr>
      <vt:lpstr>Stage 5 – Testing ( Tester 5 energetic and interactive learner)</vt:lpstr>
      <vt:lpstr>PowerPoint Presentation</vt:lpstr>
      <vt:lpstr>PowerPoint Presentation</vt:lpstr>
    </vt:vector>
  </TitlesOfParts>
  <Company>Temasek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Terence TOH (TP)</dc:creator>
  <cp:revision>1</cp:revision>
  <dcterms:created xsi:type="dcterms:W3CDTF">2025-09-29T08:11:00Z</dcterms:created>
  <dcterms:modified xsi:type="dcterms:W3CDTF">2026-07-24T08:33:30Z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528611d-fe69-484f-b56b-0db8a0d79612_Enabled">
    <vt:lpwstr>true</vt:lpwstr>
  </property>
  <property fmtid="{D5CDD505-2E9C-101B-9397-08002B2CF9AE}" pid="3" name="MSIP_Label_d528611d-fe69-484f-b56b-0db8a0d79612_SetDate">
    <vt:lpwstr>2025-09-29T08:56:03Z</vt:lpwstr>
  </property>
  <property fmtid="{D5CDD505-2E9C-101B-9397-08002B2CF9AE}" pid="4" name="MSIP_Label_d528611d-fe69-484f-b56b-0db8a0d79612_Method">
    <vt:lpwstr>Privileged</vt:lpwstr>
  </property>
  <property fmtid="{D5CDD505-2E9C-101B-9397-08002B2CF9AE}" pid="5" name="MSIP_Label_d528611d-fe69-484f-b56b-0db8a0d79612_Name">
    <vt:lpwstr>Public</vt:lpwstr>
  </property>
  <property fmtid="{D5CDD505-2E9C-101B-9397-08002B2CF9AE}" pid="6" name="MSIP_Label_d528611d-fe69-484f-b56b-0db8a0d79612_SiteId">
    <vt:lpwstr>25a99bf0-8e72-472a-ae50-adfbdf0df6f1</vt:lpwstr>
  </property>
  <property fmtid="{D5CDD505-2E9C-101B-9397-08002B2CF9AE}" pid="7" name="MSIP_Label_d528611d-fe69-484f-b56b-0db8a0d79612_ActionId">
    <vt:lpwstr>f18ec9a0-a358-4e5f-9952-2b3bc9c73306</vt:lpwstr>
  </property>
  <property fmtid="{D5CDD505-2E9C-101B-9397-08002B2CF9AE}" pid="8" name="MSIP_Label_d528611d-fe69-484f-b56b-0db8a0d79612_ContentBits">
    <vt:lpwstr>0</vt:lpwstr>
  </property>
  <property fmtid="{D5CDD505-2E9C-101B-9397-08002B2CF9AE}" pid="9" name="MSIP_Label_d528611d-fe69-484f-b56b-0db8a0d79612_Tag">
    <vt:lpwstr>10, 0, 1, 1</vt:lpwstr>
  </property>
  <property fmtid="{D5CDD505-2E9C-101B-9397-08002B2CF9AE}" pid="10" name="ContentTypeId">
    <vt:lpwstr>0x01010076C876E265204A49853E910F86273C51</vt:lpwstr>
  </property>
</Properties>
</file>